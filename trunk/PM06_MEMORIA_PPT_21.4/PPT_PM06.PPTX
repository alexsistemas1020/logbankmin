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notesSlides/notesSlide1.xml" ContentType="application/vnd.openxmlformats-officedocument.presentationml.notesSlid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5" r:id="rId9"/>
    <p:sldId id="259" r:id="rId10"/>
    <p:sldId id="267" r:id="rId11"/>
    <p:sldId id="260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737" autoAdjust="0"/>
  </p:normalViewPr>
  <p:slideViewPr>
    <p:cSldViewPr>
      <p:cViewPr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_tradnl"/>
  <c:chart>
    <c:title>
      <c:tx>
        <c:rich>
          <a:bodyPr/>
          <a:lstStyle/>
          <a:p>
            <a:pPr>
              <a:defRPr lang="es-PE" sz="2000"/>
            </a:pPr>
            <a:r>
              <a:rPr lang="en-US" sz="2000" dirty="0" err="1" smtClean="0"/>
              <a:t>Avance</a:t>
            </a:r>
            <a:r>
              <a:rPr lang="en-US" sz="2000" baseline="0" dirty="0" smtClean="0"/>
              <a:t> </a:t>
            </a:r>
            <a:r>
              <a:rPr lang="en-US" sz="2000" baseline="0" dirty="0" err="1" smtClean="0"/>
              <a:t>planificación</a:t>
            </a:r>
            <a:r>
              <a:rPr lang="en-US" sz="2000" baseline="0" dirty="0" smtClean="0"/>
              <a:t> 2011-1</a:t>
            </a:r>
            <a:endParaRPr lang="en-US" sz="2000" dirty="0"/>
          </a:p>
        </c:rich>
      </c:tx>
      <c:layout>
        <c:manualLayout>
          <c:xMode val="edge"/>
          <c:yMode val="edge"/>
          <c:x val="8.830386770442708E-2"/>
          <c:y val="7.7863917898011517E-2"/>
        </c:manualLayout>
      </c:layout>
    </c:title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Avance</c:v>
                </c:pt>
              </c:strCache>
            </c:strRef>
          </c:tx>
          <c:dPt>
            <c:idx val="0"/>
            <c:spPr>
              <a:solidFill>
                <a:srgbClr val="92D050"/>
              </a:solidFill>
            </c:spPr>
          </c:dPt>
          <c:dPt>
            <c:idx val="1"/>
            <c:spPr>
              <a:solidFill>
                <a:schemeClr val="accent5">
                  <a:lumMod val="75000"/>
                </a:schemeClr>
              </a:solidFill>
            </c:spPr>
          </c:dPt>
          <c:dLbls>
            <c:dLbl>
              <c:idx val="0"/>
              <c:layout>
                <c:manualLayout>
                  <c:x val="-0.13738410616849706"/>
                  <c:y val="0.1820943506277081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30%</a:t>
                    </a:r>
                    <a:endParaRPr lang="en-US" dirty="0"/>
                  </a:p>
                </c:rich>
              </c:tx>
              <c:showPercent val="1"/>
            </c:dLbl>
            <c:dLbl>
              <c:idx val="1"/>
              <c:layout>
                <c:manualLayout>
                  <c:x val="0.14515695845115742"/>
                  <c:y val="-0.19636533440728834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70%</a:t>
                    </a:r>
                    <a:endParaRPr lang="en-US" dirty="0"/>
                  </a:p>
                </c:rich>
              </c:tx>
              <c:showPercent val="1"/>
            </c:dLbl>
            <c:txPr>
              <a:bodyPr/>
              <a:lstStyle/>
              <a:p>
                <a:pPr>
                  <a:defRPr lang="es-PE"/>
                </a:pPr>
                <a:endParaRPr lang="es-ES_tradnl"/>
              </a:p>
            </c:txPr>
            <c:showPercent val="1"/>
            <c:showLeaderLines val="1"/>
          </c:dLbls>
          <c:cat>
            <c:strRef>
              <c:f>Hoja1!$A$2:$A$3</c:f>
              <c:strCache>
                <c:ptCount val="2"/>
                <c:pt idx="0">
                  <c:v>Realizado</c:v>
                </c:pt>
                <c:pt idx="1">
                  <c:v>Pendiente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Percent val="1"/>
        </c:dLbls>
        <c:firstSliceAng val="0"/>
      </c:pieChart>
    </c:plotArea>
    <c:legend>
      <c:legendPos val="r"/>
      <c:layout/>
      <c:txPr>
        <a:bodyPr/>
        <a:lstStyle/>
        <a:p>
          <a:pPr>
            <a:defRPr lang="es-PE" sz="1600" i="1">
              <a:latin typeface="+mj-lt"/>
            </a:defRPr>
          </a:pPr>
          <a:endParaRPr lang="es-ES_tradnl"/>
        </a:p>
      </c:txPr>
    </c:legend>
    <c:plotVisOnly val="1"/>
    <c:dispBlanksAs val="zero"/>
  </c:chart>
  <c:txPr>
    <a:bodyPr/>
    <a:lstStyle/>
    <a:p>
      <a:pPr>
        <a:defRPr sz="1800"/>
      </a:pPr>
      <a:endParaRPr lang="es-ES_tradnl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0C6F2-8906-4CC1-8829-B05008E1ACBA}" type="doc">
      <dgm:prSet loTypeId="urn:microsoft.com/office/officeart/2008/layout/VerticalCurved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29FC6AD6-FF8A-4646-B06C-2BACB48BF1A3}">
      <dgm:prSet phldrT="[Texto]"/>
      <dgm:spPr/>
      <dgm:t>
        <a:bodyPr/>
        <a:lstStyle/>
        <a:p>
          <a:r>
            <a:rPr lang="en-US" dirty="0" smtClean="0"/>
            <a:t>1. </a:t>
          </a:r>
          <a:r>
            <a:rPr lang="en-US" dirty="0" err="1" smtClean="0"/>
            <a:t>Justificación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9E5F1CB8-63F3-4ECF-8E2B-C1296E67A4B2}" type="parTrans" cxnId="{CB4371E2-E300-4BB3-9350-74219B95A35C}">
      <dgm:prSet/>
      <dgm:spPr/>
      <dgm:t>
        <a:bodyPr/>
        <a:lstStyle/>
        <a:p>
          <a:endParaRPr lang="es-PE"/>
        </a:p>
      </dgm:t>
    </dgm:pt>
    <dgm:pt modelId="{7A35E73F-9B9A-4905-9E03-7DF92CD5F82E}" type="sibTrans" cxnId="{CB4371E2-E300-4BB3-9350-74219B95A35C}">
      <dgm:prSet/>
      <dgm:spPr/>
      <dgm:t>
        <a:bodyPr/>
        <a:lstStyle/>
        <a:p>
          <a:endParaRPr lang="es-PE"/>
        </a:p>
      </dgm:t>
    </dgm:pt>
    <dgm:pt modelId="{8F21B665-C150-4346-9B72-5EEB7F6360AA}">
      <dgm:prSet phldrT="[Texto]"/>
      <dgm:spPr/>
      <dgm:t>
        <a:bodyPr/>
        <a:lstStyle/>
        <a:p>
          <a:r>
            <a:rPr lang="en-US" dirty="0" smtClean="0"/>
            <a:t>2. </a:t>
          </a:r>
          <a:r>
            <a:rPr lang="en-US" dirty="0" err="1" smtClean="0"/>
            <a:t>Gestión</a:t>
          </a:r>
          <a:r>
            <a:rPr lang="en-US" dirty="0" smtClean="0"/>
            <a:t> de </a:t>
          </a:r>
          <a:r>
            <a:rPr lang="en-US" dirty="0" err="1" smtClean="0"/>
            <a:t>Logística</a:t>
          </a:r>
          <a:endParaRPr lang="es-PE" dirty="0"/>
        </a:p>
      </dgm:t>
    </dgm:pt>
    <dgm:pt modelId="{E4FB1C6E-33B1-43C9-90C2-434288E9E2CB}" type="parTrans" cxnId="{FC6E6CA2-7179-4A48-8688-01CAD70C7430}">
      <dgm:prSet/>
      <dgm:spPr/>
      <dgm:t>
        <a:bodyPr/>
        <a:lstStyle/>
        <a:p>
          <a:endParaRPr lang="es-PE"/>
        </a:p>
      </dgm:t>
    </dgm:pt>
    <dgm:pt modelId="{0850B2A6-27A7-4973-8282-41659557554E}" type="sibTrans" cxnId="{FC6E6CA2-7179-4A48-8688-01CAD70C7430}">
      <dgm:prSet/>
      <dgm:spPr/>
      <dgm:t>
        <a:bodyPr/>
        <a:lstStyle/>
        <a:p>
          <a:endParaRPr lang="es-PE"/>
        </a:p>
      </dgm:t>
    </dgm:pt>
    <dgm:pt modelId="{E7004C86-CC89-44C6-8EB1-BBCE37C6F66D}">
      <dgm:prSet/>
      <dgm:spPr/>
      <dgm:t>
        <a:bodyPr/>
        <a:lstStyle/>
        <a:p>
          <a:r>
            <a:rPr lang="en-US" dirty="0" smtClean="0"/>
            <a:t>3. </a:t>
          </a:r>
          <a:r>
            <a:rPr lang="en-US" dirty="0" err="1" smtClean="0"/>
            <a:t>Equipo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8EDEC13E-81AA-4D25-B933-5F2C3258B9F3}" type="parTrans" cxnId="{5ECB0DDE-FC1D-44F8-AE94-3D7DB8B8B539}">
      <dgm:prSet/>
      <dgm:spPr/>
      <dgm:t>
        <a:bodyPr/>
        <a:lstStyle/>
        <a:p>
          <a:endParaRPr lang="es-PE"/>
        </a:p>
      </dgm:t>
    </dgm:pt>
    <dgm:pt modelId="{458FA936-F197-4423-B609-8C84E923FF4C}" type="sibTrans" cxnId="{5ECB0DDE-FC1D-44F8-AE94-3D7DB8B8B539}">
      <dgm:prSet/>
      <dgm:spPr/>
      <dgm:t>
        <a:bodyPr/>
        <a:lstStyle/>
        <a:p>
          <a:endParaRPr lang="es-PE"/>
        </a:p>
      </dgm:t>
    </dgm:pt>
    <dgm:pt modelId="{C4B94F05-3FBC-4E84-A67F-BD280C9DED8E}">
      <dgm:prSet/>
      <dgm:spPr/>
      <dgm:t>
        <a:bodyPr/>
        <a:lstStyle/>
        <a:p>
          <a:r>
            <a:rPr lang="en-US" dirty="0" smtClean="0"/>
            <a:t>4. </a:t>
          </a:r>
          <a:r>
            <a:rPr lang="en-US" dirty="0" err="1" smtClean="0"/>
            <a:t>Objetivos</a:t>
          </a:r>
          <a:r>
            <a:rPr lang="en-US" dirty="0" smtClean="0"/>
            <a:t> del </a:t>
          </a:r>
          <a:r>
            <a:rPr lang="en-US" dirty="0" err="1" smtClean="0"/>
            <a:t>Proyecto</a:t>
          </a:r>
          <a:endParaRPr lang="es-PE" dirty="0"/>
        </a:p>
      </dgm:t>
    </dgm:pt>
    <dgm:pt modelId="{E6A74357-2336-4B39-8760-7A69F86C23A9}" type="parTrans" cxnId="{1E96EC24-3136-451C-8124-B1AA860C7F76}">
      <dgm:prSet/>
      <dgm:spPr/>
      <dgm:t>
        <a:bodyPr/>
        <a:lstStyle/>
        <a:p>
          <a:endParaRPr lang="es-PE"/>
        </a:p>
      </dgm:t>
    </dgm:pt>
    <dgm:pt modelId="{3ED92DB5-C239-4375-BE7B-FE69644D4FF1}" type="sibTrans" cxnId="{1E96EC24-3136-451C-8124-B1AA860C7F76}">
      <dgm:prSet/>
      <dgm:spPr/>
      <dgm:t>
        <a:bodyPr/>
        <a:lstStyle/>
        <a:p>
          <a:endParaRPr lang="es-PE"/>
        </a:p>
      </dgm:t>
    </dgm:pt>
    <dgm:pt modelId="{564D9206-ECD9-43BB-B428-2D6CC6691A5F}">
      <dgm:prSet/>
      <dgm:spPr/>
      <dgm:t>
        <a:bodyPr/>
        <a:lstStyle/>
        <a:p>
          <a:r>
            <a:rPr lang="en-US" dirty="0" smtClean="0"/>
            <a:t>5. </a:t>
          </a:r>
          <a:r>
            <a:rPr lang="en-US" dirty="0" err="1" smtClean="0"/>
            <a:t>Criterios</a:t>
          </a:r>
          <a:r>
            <a:rPr lang="en-US" dirty="0" smtClean="0"/>
            <a:t> de </a:t>
          </a:r>
          <a:r>
            <a:rPr lang="en-US" dirty="0" err="1" smtClean="0"/>
            <a:t>éxito</a:t>
          </a:r>
          <a:endParaRPr lang="es-PE" dirty="0"/>
        </a:p>
      </dgm:t>
    </dgm:pt>
    <dgm:pt modelId="{EDF85BFB-F8A8-4A31-BF67-6A9325A6BE3A}" type="parTrans" cxnId="{D793F652-73A0-4CA3-8567-0F72B6A4B13C}">
      <dgm:prSet/>
      <dgm:spPr/>
      <dgm:t>
        <a:bodyPr/>
        <a:lstStyle/>
        <a:p>
          <a:endParaRPr lang="es-PE"/>
        </a:p>
      </dgm:t>
    </dgm:pt>
    <dgm:pt modelId="{38504559-4FDB-4CBE-BE5C-BE139351E1ED}" type="sibTrans" cxnId="{D793F652-73A0-4CA3-8567-0F72B6A4B13C}">
      <dgm:prSet/>
      <dgm:spPr/>
      <dgm:t>
        <a:bodyPr/>
        <a:lstStyle/>
        <a:p>
          <a:endParaRPr lang="es-PE"/>
        </a:p>
      </dgm:t>
    </dgm:pt>
    <dgm:pt modelId="{61F71760-953F-44CE-854E-646C5A6CB39F}">
      <dgm:prSet/>
      <dgm:spPr/>
      <dgm:t>
        <a:bodyPr/>
        <a:lstStyle/>
        <a:p>
          <a:r>
            <a:rPr lang="en-US" dirty="0" smtClean="0"/>
            <a:t>6. </a:t>
          </a:r>
          <a:r>
            <a:rPr lang="en-US" dirty="0" err="1" smtClean="0"/>
            <a:t>Riesgos</a:t>
          </a:r>
          <a:endParaRPr lang="es-PE" dirty="0"/>
        </a:p>
      </dgm:t>
    </dgm:pt>
    <dgm:pt modelId="{4EBEF081-B54B-429E-BA34-41AC5B6D2369}" type="parTrans" cxnId="{4878D399-D0A9-4602-9ABE-688BAE914E07}">
      <dgm:prSet/>
      <dgm:spPr/>
      <dgm:t>
        <a:bodyPr/>
        <a:lstStyle/>
        <a:p>
          <a:endParaRPr lang="es-PE"/>
        </a:p>
      </dgm:t>
    </dgm:pt>
    <dgm:pt modelId="{EB8F22C1-5D92-4455-9387-594A0C943AC7}" type="sibTrans" cxnId="{4878D399-D0A9-4602-9ABE-688BAE914E07}">
      <dgm:prSet/>
      <dgm:spPr/>
      <dgm:t>
        <a:bodyPr/>
        <a:lstStyle/>
        <a:p>
          <a:endParaRPr lang="es-PE"/>
        </a:p>
      </dgm:t>
    </dgm:pt>
    <dgm:pt modelId="{9A98120C-01A9-41C2-A04C-87D1BE9F6553}">
      <dgm:prSet/>
      <dgm:spPr/>
      <dgm:t>
        <a:bodyPr/>
        <a:lstStyle/>
        <a:p>
          <a:r>
            <a:rPr lang="en-US" dirty="0" smtClean="0"/>
            <a:t>7. </a:t>
          </a:r>
          <a:r>
            <a:rPr lang="en-US" dirty="0" err="1" smtClean="0"/>
            <a:t>Cronograma</a:t>
          </a:r>
          <a:endParaRPr lang="es-PE" dirty="0"/>
        </a:p>
      </dgm:t>
    </dgm:pt>
    <dgm:pt modelId="{5A6880C0-4CFC-4EB4-9C54-FB9DDBB0C171}" type="parTrans" cxnId="{5C730772-73EB-45B0-83BF-6D2F3992950F}">
      <dgm:prSet/>
      <dgm:spPr/>
      <dgm:t>
        <a:bodyPr/>
        <a:lstStyle/>
        <a:p>
          <a:endParaRPr lang="es-PE"/>
        </a:p>
      </dgm:t>
    </dgm:pt>
    <dgm:pt modelId="{02C240DC-ED7D-4191-8AE3-B7F2BD8059A0}" type="sibTrans" cxnId="{5C730772-73EB-45B0-83BF-6D2F3992950F}">
      <dgm:prSet/>
      <dgm:spPr/>
      <dgm:t>
        <a:bodyPr/>
        <a:lstStyle/>
        <a:p>
          <a:endParaRPr lang="es-PE"/>
        </a:p>
      </dgm:t>
    </dgm:pt>
    <dgm:pt modelId="{8B182927-ED17-4B2B-A8C8-76B000729DBC}" type="pres">
      <dgm:prSet presAssocID="{BF60C6F2-8906-4CC1-8829-B05008E1AC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44EE3891-22FB-4123-BA21-C721FF057782}" type="pres">
      <dgm:prSet presAssocID="{BF60C6F2-8906-4CC1-8829-B05008E1ACBA}" presName="Name1" presStyleCnt="0"/>
      <dgm:spPr/>
      <dgm:t>
        <a:bodyPr/>
        <a:lstStyle/>
        <a:p>
          <a:endParaRPr lang="en-US"/>
        </a:p>
      </dgm:t>
    </dgm:pt>
    <dgm:pt modelId="{358DBE1B-3C37-40E8-9C65-18B34D563C87}" type="pres">
      <dgm:prSet presAssocID="{BF60C6F2-8906-4CC1-8829-B05008E1ACBA}" presName="cycle" presStyleCnt="0"/>
      <dgm:spPr/>
      <dgm:t>
        <a:bodyPr/>
        <a:lstStyle/>
        <a:p>
          <a:endParaRPr lang="en-US"/>
        </a:p>
      </dgm:t>
    </dgm:pt>
    <dgm:pt modelId="{2AB95113-E2D0-4D33-ACDB-E131CB78CB53}" type="pres">
      <dgm:prSet presAssocID="{BF60C6F2-8906-4CC1-8829-B05008E1ACBA}" presName="srcNode" presStyleLbl="node1" presStyleIdx="0" presStyleCnt="7"/>
      <dgm:spPr/>
      <dgm:t>
        <a:bodyPr/>
        <a:lstStyle/>
        <a:p>
          <a:endParaRPr lang="en-US"/>
        </a:p>
      </dgm:t>
    </dgm:pt>
    <dgm:pt modelId="{BFF0EFE5-0448-42CD-8D69-1F71A75152AE}" type="pres">
      <dgm:prSet presAssocID="{BF60C6F2-8906-4CC1-8829-B05008E1ACBA}" presName="conn" presStyleLbl="parChTrans1D2" presStyleIdx="0" presStyleCnt="1"/>
      <dgm:spPr/>
      <dgm:t>
        <a:bodyPr/>
        <a:lstStyle/>
        <a:p>
          <a:endParaRPr lang="en-US"/>
        </a:p>
      </dgm:t>
    </dgm:pt>
    <dgm:pt modelId="{A848E3AB-6C97-45A8-A2D5-F5E726A2CB06}" type="pres">
      <dgm:prSet presAssocID="{BF60C6F2-8906-4CC1-8829-B05008E1ACBA}" presName="extraNode" presStyleLbl="node1" presStyleIdx="0" presStyleCnt="7"/>
      <dgm:spPr/>
      <dgm:t>
        <a:bodyPr/>
        <a:lstStyle/>
        <a:p>
          <a:endParaRPr lang="en-US"/>
        </a:p>
      </dgm:t>
    </dgm:pt>
    <dgm:pt modelId="{9873A7F4-8585-4AA9-B737-5DA799F68D3A}" type="pres">
      <dgm:prSet presAssocID="{BF60C6F2-8906-4CC1-8829-B05008E1ACBA}" presName="dstNode" presStyleLbl="node1" presStyleIdx="0" presStyleCnt="7"/>
      <dgm:spPr/>
      <dgm:t>
        <a:bodyPr/>
        <a:lstStyle/>
        <a:p>
          <a:endParaRPr lang="en-US"/>
        </a:p>
      </dgm:t>
    </dgm:pt>
    <dgm:pt modelId="{7728D2D9-D3FB-45A8-8F82-40A57DBE13E4}" type="pres">
      <dgm:prSet presAssocID="{29FC6AD6-FF8A-4646-B06C-2BACB48BF1A3}" presName="text_1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9E325-D002-4C1D-9306-CB2D5CD9CB64}" type="pres">
      <dgm:prSet presAssocID="{29FC6AD6-FF8A-4646-B06C-2BACB48BF1A3}" presName="accent_1" presStyleCnt="0"/>
      <dgm:spPr/>
      <dgm:t>
        <a:bodyPr/>
        <a:lstStyle/>
        <a:p>
          <a:endParaRPr lang="en-US"/>
        </a:p>
      </dgm:t>
    </dgm:pt>
    <dgm:pt modelId="{1484E36B-8BEA-4E9D-820F-D0ED1A6F8F76}" type="pres">
      <dgm:prSet presAssocID="{29FC6AD6-FF8A-4646-B06C-2BACB48BF1A3}" presName="accentRepeatNode" presStyleLbl="solidFgAcc1" presStyleIdx="0" presStyleCnt="7"/>
      <dgm:spPr/>
      <dgm:t>
        <a:bodyPr/>
        <a:lstStyle/>
        <a:p>
          <a:endParaRPr lang="en-US"/>
        </a:p>
      </dgm:t>
    </dgm:pt>
    <dgm:pt modelId="{B3C85711-6894-4497-9292-DA88DCACD5F3}" type="pres">
      <dgm:prSet presAssocID="{8F21B665-C150-4346-9B72-5EEB7F6360AA}" presName="text_2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A80DE-5E4A-4E5E-946B-1259FEC51877}" type="pres">
      <dgm:prSet presAssocID="{8F21B665-C150-4346-9B72-5EEB7F6360AA}" presName="accent_2" presStyleCnt="0"/>
      <dgm:spPr/>
      <dgm:t>
        <a:bodyPr/>
        <a:lstStyle/>
        <a:p>
          <a:endParaRPr lang="en-US"/>
        </a:p>
      </dgm:t>
    </dgm:pt>
    <dgm:pt modelId="{EAF72EFF-7453-40BC-BEA1-5B6EE4048137}" type="pres">
      <dgm:prSet presAssocID="{8F21B665-C150-4346-9B72-5EEB7F6360AA}" presName="accentRepeatNode" presStyleLbl="solidFgAcc1" presStyleIdx="1" presStyleCnt="7"/>
      <dgm:spPr/>
      <dgm:t>
        <a:bodyPr/>
        <a:lstStyle/>
        <a:p>
          <a:endParaRPr lang="en-US"/>
        </a:p>
      </dgm:t>
    </dgm:pt>
    <dgm:pt modelId="{A6A0D773-1F96-4FE8-8D6B-FC58A59AE354}" type="pres">
      <dgm:prSet presAssocID="{E7004C86-CC89-44C6-8EB1-BBCE37C6F66D}" presName="text_3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25D53-6DCB-4492-96E9-05D447B36444}" type="pres">
      <dgm:prSet presAssocID="{E7004C86-CC89-44C6-8EB1-BBCE37C6F66D}" presName="accent_3" presStyleCnt="0"/>
      <dgm:spPr/>
      <dgm:t>
        <a:bodyPr/>
        <a:lstStyle/>
        <a:p>
          <a:endParaRPr lang="en-US"/>
        </a:p>
      </dgm:t>
    </dgm:pt>
    <dgm:pt modelId="{09E36F80-1C9D-4AE9-ADDE-47B7A6837EB4}" type="pres">
      <dgm:prSet presAssocID="{E7004C86-CC89-44C6-8EB1-BBCE37C6F66D}" presName="accentRepeatNode" presStyleLbl="solidFgAcc1" presStyleIdx="2" presStyleCnt="7"/>
      <dgm:spPr/>
      <dgm:t>
        <a:bodyPr/>
        <a:lstStyle/>
        <a:p>
          <a:endParaRPr lang="en-US"/>
        </a:p>
      </dgm:t>
    </dgm:pt>
    <dgm:pt modelId="{EBCA7552-EF4E-4AA2-89DF-6640E90E6ACE}" type="pres">
      <dgm:prSet presAssocID="{C4B94F05-3FBC-4E84-A67F-BD280C9DED8E}" presName="text_4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0DBA7E-8767-453C-82CC-1A9F62827FC5}" type="pres">
      <dgm:prSet presAssocID="{C4B94F05-3FBC-4E84-A67F-BD280C9DED8E}" presName="accent_4" presStyleCnt="0"/>
      <dgm:spPr/>
      <dgm:t>
        <a:bodyPr/>
        <a:lstStyle/>
        <a:p>
          <a:endParaRPr lang="en-US"/>
        </a:p>
      </dgm:t>
    </dgm:pt>
    <dgm:pt modelId="{7B9A10F3-E993-4FF6-B35A-F0EBDE1F76E2}" type="pres">
      <dgm:prSet presAssocID="{C4B94F05-3FBC-4E84-A67F-BD280C9DED8E}" presName="accentRepeatNode" presStyleLbl="solidFgAcc1" presStyleIdx="3" presStyleCnt="7"/>
      <dgm:spPr/>
      <dgm:t>
        <a:bodyPr/>
        <a:lstStyle/>
        <a:p>
          <a:endParaRPr lang="en-US"/>
        </a:p>
      </dgm:t>
    </dgm:pt>
    <dgm:pt modelId="{05DB2FFE-75EA-4CE9-9FFB-C9DC7537AEF7}" type="pres">
      <dgm:prSet presAssocID="{564D9206-ECD9-43BB-B428-2D6CC6691A5F}" presName="text_5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165DA8-4864-4825-8EA9-622D271CFE9D}" type="pres">
      <dgm:prSet presAssocID="{564D9206-ECD9-43BB-B428-2D6CC6691A5F}" presName="accent_5" presStyleCnt="0"/>
      <dgm:spPr/>
      <dgm:t>
        <a:bodyPr/>
        <a:lstStyle/>
        <a:p>
          <a:endParaRPr lang="en-US"/>
        </a:p>
      </dgm:t>
    </dgm:pt>
    <dgm:pt modelId="{A5CF7F2E-7E03-42B9-B5F0-138D165D2D51}" type="pres">
      <dgm:prSet presAssocID="{564D9206-ECD9-43BB-B428-2D6CC6691A5F}" presName="accentRepeatNode" presStyleLbl="solidFgAcc1" presStyleIdx="4" presStyleCnt="7"/>
      <dgm:spPr/>
      <dgm:t>
        <a:bodyPr/>
        <a:lstStyle/>
        <a:p>
          <a:endParaRPr lang="en-US"/>
        </a:p>
      </dgm:t>
    </dgm:pt>
    <dgm:pt modelId="{87A69DFC-5364-42D6-9771-3900F1D69A3A}" type="pres">
      <dgm:prSet presAssocID="{61F71760-953F-44CE-854E-646C5A6CB39F}" presName="text_6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61E4B-F410-4672-AF09-3814297EC6E6}" type="pres">
      <dgm:prSet presAssocID="{61F71760-953F-44CE-854E-646C5A6CB39F}" presName="accent_6" presStyleCnt="0"/>
      <dgm:spPr/>
      <dgm:t>
        <a:bodyPr/>
        <a:lstStyle/>
        <a:p>
          <a:endParaRPr lang="en-US"/>
        </a:p>
      </dgm:t>
    </dgm:pt>
    <dgm:pt modelId="{2E56FAF2-3B3D-4A76-A061-54B6BD4803B5}" type="pres">
      <dgm:prSet presAssocID="{61F71760-953F-44CE-854E-646C5A6CB39F}" presName="accentRepeatNode" presStyleLbl="solidFgAcc1" presStyleIdx="5" presStyleCnt="7"/>
      <dgm:spPr/>
      <dgm:t>
        <a:bodyPr/>
        <a:lstStyle/>
        <a:p>
          <a:endParaRPr lang="en-US"/>
        </a:p>
      </dgm:t>
    </dgm:pt>
    <dgm:pt modelId="{A73C0F23-F3AF-4281-826B-5C4C834502D3}" type="pres">
      <dgm:prSet presAssocID="{9A98120C-01A9-41C2-A04C-87D1BE9F6553}" presName="text_7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1B6C7AC-795E-4960-8D31-82FC97D330C0}" type="pres">
      <dgm:prSet presAssocID="{9A98120C-01A9-41C2-A04C-87D1BE9F6553}" presName="accent_7" presStyleCnt="0"/>
      <dgm:spPr/>
    </dgm:pt>
    <dgm:pt modelId="{059A2045-7F27-443A-9FBE-A7E1FC43CE61}" type="pres">
      <dgm:prSet presAssocID="{9A98120C-01A9-41C2-A04C-87D1BE9F6553}" presName="accentRepeatNode" presStyleLbl="solidFgAcc1" presStyleIdx="6" presStyleCnt="7"/>
      <dgm:spPr/>
    </dgm:pt>
  </dgm:ptLst>
  <dgm:cxnLst>
    <dgm:cxn modelId="{1E96EC24-3136-451C-8124-B1AA860C7F76}" srcId="{BF60C6F2-8906-4CC1-8829-B05008E1ACBA}" destId="{C4B94F05-3FBC-4E84-A67F-BD280C9DED8E}" srcOrd="3" destOrd="0" parTransId="{E6A74357-2336-4B39-8760-7A69F86C23A9}" sibTransId="{3ED92DB5-C239-4375-BE7B-FE69644D4FF1}"/>
    <dgm:cxn modelId="{73B12DB8-03E0-4A37-9B46-2B79308B4944}" type="presOf" srcId="{BF60C6F2-8906-4CC1-8829-B05008E1ACBA}" destId="{8B182927-ED17-4B2B-A8C8-76B000729DBC}" srcOrd="0" destOrd="0" presId="urn:microsoft.com/office/officeart/2008/layout/VerticalCurvedList"/>
    <dgm:cxn modelId="{694A3211-7D4D-4859-A0E1-18433B64F5A1}" type="presOf" srcId="{C4B94F05-3FBC-4E84-A67F-BD280C9DED8E}" destId="{EBCA7552-EF4E-4AA2-89DF-6640E90E6ACE}" srcOrd="0" destOrd="0" presId="urn:microsoft.com/office/officeart/2008/layout/VerticalCurvedList"/>
    <dgm:cxn modelId="{AB009F41-FAFF-4288-9690-5D3AB56B94A2}" type="presOf" srcId="{29FC6AD6-FF8A-4646-B06C-2BACB48BF1A3}" destId="{7728D2D9-D3FB-45A8-8F82-40A57DBE13E4}" srcOrd="0" destOrd="0" presId="urn:microsoft.com/office/officeart/2008/layout/VerticalCurvedList"/>
    <dgm:cxn modelId="{4F5B630E-498F-4C1A-BC73-2E62C5AA0F71}" type="presOf" srcId="{61F71760-953F-44CE-854E-646C5A6CB39F}" destId="{87A69DFC-5364-42D6-9771-3900F1D69A3A}" srcOrd="0" destOrd="0" presId="urn:microsoft.com/office/officeart/2008/layout/VerticalCurvedList"/>
    <dgm:cxn modelId="{AFDF2811-BBBA-4633-8A0E-E1EEB84BB5CF}" type="presOf" srcId="{7A35E73F-9B9A-4905-9E03-7DF92CD5F82E}" destId="{BFF0EFE5-0448-42CD-8D69-1F71A75152AE}" srcOrd="0" destOrd="0" presId="urn:microsoft.com/office/officeart/2008/layout/VerticalCurvedList"/>
    <dgm:cxn modelId="{5ECB0DDE-FC1D-44F8-AE94-3D7DB8B8B539}" srcId="{BF60C6F2-8906-4CC1-8829-B05008E1ACBA}" destId="{E7004C86-CC89-44C6-8EB1-BBCE37C6F66D}" srcOrd="2" destOrd="0" parTransId="{8EDEC13E-81AA-4D25-B933-5F2C3258B9F3}" sibTransId="{458FA936-F197-4423-B609-8C84E923FF4C}"/>
    <dgm:cxn modelId="{03F225CC-01CA-45D2-899B-CCE546A1B8A0}" type="presOf" srcId="{9A98120C-01A9-41C2-A04C-87D1BE9F6553}" destId="{A73C0F23-F3AF-4281-826B-5C4C834502D3}" srcOrd="0" destOrd="0" presId="urn:microsoft.com/office/officeart/2008/layout/VerticalCurvedList"/>
    <dgm:cxn modelId="{D793F652-73A0-4CA3-8567-0F72B6A4B13C}" srcId="{BF60C6F2-8906-4CC1-8829-B05008E1ACBA}" destId="{564D9206-ECD9-43BB-B428-2D6CC6691A5F}" srcOrd="4" destOrd="0" parTransId="{EDF85BFB-F8A8-4A31-BF67-6A9325A6BE3A}" sibTransId="{38504559-4FDB-4CBE-BE5C-BE139351E1ED}"/>
    <dgm:cxn modelId="{7CBA7293-8C0A-460D-B269-22EC7474FD21}" type="presOf" srcId="{564D9206-ECD9-43BB-B428-2D6CC6691A5F}" destId="{05DB2FFE-75EA-4CE9-9FFB-C9DC7537AEF7}" srcOrd="0" destOrd="0" presId="urn:microsoft.com/office/officeart/2008/layout/VerticalCurvedList"/>
    <dgm:cxn modelId="{A752CEAB-F84E-415A-9CD6-1A92E8539081}" type="presOf" srcId="{E7004C86-CC89-44C6-8EB1-BBCE37C6F66D}" destId="{A6A0D773-1F96-4FE8-8D6B-FC58A59AE354}" srcOrd="0" destOrd="0" presId="urn:microsoft.com/office/officeart/2008/layout/VerticalCurvedList"/>
    <dgm:cxn modelId="{CB4371E2-E300-4BB3-9350-74219B95A35C}" srcId="{BF60C6F2-8906-4CC1-8829-B05008E1ACBA}" destId="{29FC6AD6-FF8A-4646-B06C-2BACB48BF1A3}" srcOrd="0" destOrd="0" parTransId="{9E5F1CB8-63F3-4ECF-8E2B-C1296E67A4B2}" sibTransId="{7A35E73F-9B9A-4905-9E03-7DF92CD5F82E}"/>
    <dgm:cxn modelId="{5C730772-73EB-45B0-83BF-6D2F3992950F}" srcId="{BF60C6F2-8906-4CC1-8829-B05008E1ACBA}" destId="{9A98120C-01A9-41C2-A04C-87D1BE9F6553}" srcOrd="6" destOrd="0" parTransId="{5A6880C0-4CFC-4EB4-9C54-FB9DDBB0C171}" sibTransId="{02C240DC-ED7D-4191-8AE3-B7F2BD8059A0}"/>
    <dgm:cxn modelId="{FC6E6CA2-7179-4A48-8688-01CAD70C7430}" srcId="{BF60C6F2-8906-4CC1-8829-B05008E1ACBA}" destId="{8F21B665-C150-4346-9B72-5EEB7F6360AA}" srcOrd="1" destOrd="0" parTransId="{E4FB1C6E-33B1-43C9-90C2-434288E9E2CB}" sibTransId="{0850B2A6-27A7-4973-8282-41659557554E}"/>
    <dgm:cxn modelId="{FCEF8229-FAE7-4AB4-B287-EA2758D3258D}" type="presOf" srcId="{8F21B665-C150-4346-9B72-5EEB7F6360AA}" destId="{B3C85711-6894-4497-9292-DA88DCACD5F3}" srcOrd="0" destOrd="0" presId="urn:microsoft.com/office/officeart/2008/layout/VerticalCurvedList"/>
    <dgm:cxn modelId="{4878D399-D0A9-4602-9ABE-688BAE914E07}" srcId="{BF60C6F2-8906-4CC1-8829-B05008E1ACBA}" destId="{61F71760-953F-44CE-854E-646C5A6CB39F}" srcOrd="5" destOrd="0" parTransId="{4EBEF081-B54B-429E-BA34-41AC5B6D2369}" sibTransId="{EB8F22C1-5D92-4455-9387-594A0C943AC7}"/>
    <dgm:cxn modelId="{75A44DF4-87B2-4561-9C49-8169564E48F3}" type="presParOf" srcId="{8B182927-ED17-4B2B-A8C8-76B000729DBC}" destId="{44EE3891-22FB-4123-BA21-C721FF057782}" srcOrd="0" destOrd="0" presId="urn:microsoft.com/office/officeart/2008/layout/VerticalCurvedList"/>
    <dgm:cxn modelId="{03F8211C-2132-456B-925B-698FBB64FF43}" type="presParOf" srcId="{44EE3891-22FB-4123-BA21-C721FF057782}" destId="{358DBE1B-3C37-40E8-9C65-18B34D563C87}" srcOrd="0" destOrd="0" presId="urn:microsoft.com/office/officeart/2008/layout/VerticalCurvedList"/>
    <dgm:cxn modelId="{B167D681-6312-43C7-B740-68C18D867F4B}" type="presParOf" srcId="{358DBE1B-3C37-40E8-9C65-18B34D563C87}" destId="{2AB95113-E2D0-4D33-ACDB-E131CB78CB53}" srcOrd="0" destOrd="0" presId="urn:microsoft.com/office/officeart/2008/layout/VerticalCurvedList"/>
    <dgm:cxn modelId="{75959E87-30CF-4D73-AA27-041160BBD241}" type="presParOf" srcId="{358DBE1B-3C37-40E8-9C65-18B34D563C87}" destId="{BFF0EFE5-0448-42CD-8D69-1F71A75152AE}" srcOrd="1" destOrd="0" presId="urn:microsoft.com/office/officeart/2008/layout/VerticalCurvedList"/>
    <dgm:cxn modelId="{8398E571-EF44-40B8-A214-C301DABBA0FE}" type="presParOf" srcId="{358DBE1B-3C37-40E8-9C65-18B34D563C87}" destId="{A848E3AB-6C97-45A8-A2D5-F5E726A2CB06}" srcOrd="2" destOrd="0" presId="urn:microsoft.com/office/officeart/2008/layout/VerticalCurvedList"/>
    <dgm:cxn modelId="{B60EFEC0-1435-4342-A352-1CAB6C959A79}" type="presParOf" srcId="{358DBE1B-3C37-40E8-9C65-18B34D563C87}" destId="{9873A7F4-8585-4AA9-B737-5DA799F68D3A}" srcOrd="3" destOrd="0" presId="urn:microsoft.com/office/officeart/2008/layout/VerticalCurvedList"/>
    <dgm:cxn modelId="{84B4A369-3B00-469F-B6F0-FD716E722287}" type="presParOf" srcId="{44EE3891-22FB-4123-BA21-C721FF057782}" destId="{7728D2D9-D3FB-45A8-8F82-40A57DBE13E4}" srcOrd="1" destOrd="0" presId="urn:microsoft.com/office/officeart/2008/layout/VerticalCurvedList"/>
    <dgm:cxn modelId="{E3F3B2CF-7394-4F83-BB7E-9E0B84140599}" type="presParOf" srcId="{44EE3891-22FB-4123-BA21-C721FF057782}" destId="{2B09E325-D002-4C1D-9306-CB2D5CD9CB64}" srcOrd="2" destOrd="0" presId="urn:microsoft.com/office/officeart/2008/layout/VerticalCurvedList"/>
    <dgm:cxn modelId="{89EA9F1B-F5CA-4BA2-A9D7-5C4947A2061B}" type="presParOf" srcId="{2B09E325-D002-4C1D-9306-CB2D5CD9CB64}" destId="{1484E36B-8BEA-4E9D-820F-D0ED1A6F8F76}" srcOrd="0" destOrd="0" presId="urn:microsoft.com/office/officeart/2008/layout/VerticalCurvedList"/>
    <dgm:cxn modelId="{D40778A7-3993-40B4-8503-BC02ABA82EE0}" type="presParOf" srcId="{44EE3891-22FB-4123-BA21-C721FF057782}" destId="{B3C85711-6894-4497-9292-DA88DCACD5F3}" srcOrd="3" destOrd="0" presId="urn:microsoft.com/office/officeart/2008/layout/VerticalCurvedList"/>
    <dgm:cxn modelId="{0B907250-5DD9-4D79-9BAF-2A0045FEBC64}" type="presParOf" srcId="{44EE3891-22FB-4123-BA21-C721FF057782}" destId="{0AEA80DE-5E4A-4E5E-946B-1259FEC51877}" srcOrd="4" destOrd="0" presId="urn:microsoft.com/office/officeart/2008/layout/VerticalCurvedList"/>
    <dgm:cxn modelId="{80376E3A-1708-4620-9546-FCA16BF07DC7}" type="presParOf" srcId="{0AEA80DE-5E4A-4E5E-946B-1259FEC51877}" destId="{EAF72EFF-7453-40BC-BEA1-5B6EE4048137}" srcOrd="0" destOrd="0" presId="urn:microsoft.com/office/officeart/2008/layout/VerticalCurvedList"/>
    <dgm:cxn modelId="{DFB20F9E-30F5-48DA-B901-63759140147A}" type="presParOf" srcId="{44EE3891-22FB-4123-BA21-C721FF057782}" destId="{A6A0D773-1F96-4FE8-8D6B-FC58A59AE354}" srcOrd="5" destOrd="0" presId="urn:microsoft.com/office/officeart/2008/layout/VerticalCurvedList"/>
    <dgm:cxn modelId="{30DF256E-575F-4B47-B0C8-A0ABE84BE6BA}" type="presParOf" srcId="{44EE3891-22FB-4123-BA21-C721FF057782}" destId="{9B625D53-6DCB-4492-96E9-05D447B36444}" srcOrd="6" destOrd="0" presId="urn:microsoft.com/office/officeart/2008/layout/VerticalCurvedList"/>
    <dgm:cxn modelId="{AD28B6A2-97DF-4D66-808C-7EA26CEE3591}" type="presParOf" srcId="{9B625D53-6DCB-4492-96E9-05D447B36444}" destId="{09E36F80-1C9D-4AE9-ADDE-47B7A6837EB4}" srcOrd="0" destOrd="0" presId="urn:microsoft.com/office/officeart/2008/layout/VerticalCurvedList"/>
    <dgm:cxn modelId="{5A1EDF5D-77FB-486C-9444-BE99A9AFE3B4}" type="presParOf" srcId="{44EE3891-22FB-4123-BA21-C721FF057782}" destId="{EBCA7552-EF4E-4AA2-89DF-6640E90E6ACE}" srcOrd="7" destOrd="0" presId="urn:microsoft.com/office/officeart/2008/layout/VerticalCurvedList"/>
    <dgm:cxn modelId="{66FB2E9E-E55E-4FE9-8ACD-60B90BC96B97}" type="presParOf" srcId="{44EE3891-22FB-4123-BA21-C721FF057782}" destId="{B40DBA7E-8767-453C-82CC-1A9F62827FC5}" srcOrd="8" destOrd="0" presId="urn:microsoft.com/office/officeart/2008/layout/VerticalCurvedList"/>
    <dgm:cxn modelId="{455ADA5B-50DC-4DA6-953C-D6D6ABDCA32C}" type="presParOf" srcId="{B40DBA7E-8767-453C-82CC-1A9F62827FC5}" destId="{7B9A10F3-E993-4FF6-B35A-F0EBDE1F76E2}" srcOrd="0" destOrd="0" presId="urn:microsoft.com/office/officeart/2008/layout/VerticalCurvedList"/>
    <dgm:cxn modelId="{F166399E-A1E7-4E55-A82D-99D852268819}" type="presParOf" srcId="{44EE3891-22FB-4123-BA21-C721FF057782}" destId="{05DB2FFE-75EA-4CE9-9FFB-C9DC7537AEF7}" srcOrd="9" destOrd="0" presId="urn:microsoft.com/office/officeart/2008/layout/VerticalCurvedList"/>
    <dgm:cxn modelId="{9AD7DAE2-71D4-4ADC-941E-70C3108A2204}" type="presParOf" srcId="{44EE3891-22FB-4123-BA21-C721FF057782}" destId="{D4165DA8-4864-4825-8EA9-622D271CFE9D}" srcOrd="10" destOrd="0" presId="urn:microsoft.com/office/officeart/2008/layout/VerticalCurvedList"/>
    <dgm:cxn modelId="{BDB6A8BC-E3B0-4E0C-BE48-71C13BDAD700}" type="presParOf" srcId="{D4165DA8-4864-4825-8EA9-622D271CFE9D}" destId="{A5CF7F2E-7E03-42B9-B5F0-138D165D2D51}" srcOrd="0" destOrd="0" presId="urn:microsoft.com/office/officeart/2008/layout/VerticalCurvedList"/>
    <dgm:cxn modelId="{C977DBEE-4A91-4D32-88A3-2E5C93C88FD8}" type="presParOf" srcId="{44EE3891-22FB-4123-BA21-C721FF057782}" destId="{87A69DFC-5364-42D6-9771-3900F1D69A3A}" srcOrd="11" destOrd="0" presId="urn:microsoft.com/office/officeart/2008/layout/VerticalCurvedList"/>
    <dgm:cxn modelId="{3C0F0E65-64F4-48C2-A023-CF79C83F7695}" type="presParOf" srcId="{44EE3891-22FB-4123-BA21-C721FF057782}" destId="{88761E4B-F410-4672-AF09-3814297EC6E6}" srcOrd="12" destOrd="0" presId="urn:microsoft.com/office/officeart/2008/layout/VerticalCurvedList"/>
    <dgm:cxn modelId="{D7033653-6494-4F55-9F74-2579EFBF67CE}" type="presParOf" srcId="{88761E4B-F410-4672-AF09-3814297EC6E6}" destId="{2E56FAF2-3B3D-4A76-A061-54B6BD4803B5}" srcOrd="0" destOrd="0" presId="urn:microsoft.com/office/officeart/2008/layout/VerticalCurvedList"/>
    <dgm:cxn modelId="{EF4718FB-031C-42DD-9E46-075A9D3EE31C}" type="presParOf" srcId="{44EE3891-22FB-4123-BA21-C721FF057782}" destId="{A73C0F23-F3AF-4281-826B-5C4C834502D3}" srcOrd="13" destOrd="0" presId="urn:microsoft.com/office/officeart/2008/layout/VerticalCurvedList"/>
    <dgm:cxn modelId="{31DB0CA5-597E-4E4D-BB99-AAA47E4522DF}" type="presParOf" srcId="{44EE3891-22FB-4123-BA21-C721FF057782}" destId="{B1B6C7AC-795E-4960-8D31-82FC97D330C0}" srcOrd="14" destOrd="0" presId="urn:microsoft.com/office/officeart/2008/layout/VerticalCurvedList"/>
    <dgm:cxn modelId="{1FEF99F9-785F-4E26-8A3E-1E4C1AD286A2}" type="presParOf" srcId="{B1B6C7AC-795E-4960-8D31-82FC97D330C0}" destId="{059A2045-7F27-443A-9FBE-A7E1FC43CE61}" srcOrd="0" destOrd="0" presId="urn:microsoft.com/office/officeart/2008/layout/VerticalCurvedList"/>
  </dgm:cxnLst>
  <dgm:bg/>
  <dgm:whole/>
  <dgm:extLst>
    <a:ext uri="http://schemas.microsoft.com/office/drawing/2008/diagram">
      <dsp:dataModelExt xmlns=""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F10B8-2968-4740-A825-FE79CC1CA09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7BC993-1C08-4D2B-9B66-80B98095A79C}">
      <dgm:prSet phldrT="[Texto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Jorge Cabrera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Rosario Villalta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Carlos Raymundo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err="1" smtClean="0"/>
            <a:t>Maria</a:t>
          </a:r>
          <a:r>
            <a:rPr lang="es-PE" sz="1000" dirty="0" smtClean="0"/>
            <a:t> Hilda Bermejo</a:t>
          </a:r>
        </a:p>
      </dgm:t>
    </dgm:pt>
    <dgm:pt modelId="{D410DF65-11BD-4CDD-99CF-093E36503C1E}" type="parTrans" cxnId="{F9F5543C-6F93-420C-9818-2E27B3DB8E61}">
      <dgm:prSet/>
      <dgm:spPr/>
      <dgm:t>
        <a:bodyPr/>
        <a:lstStyle/>
        <a:p>
          <a:endParaRPr lang="en-US"/>
        </a:p>
      </dgm:t>
    </dgm:pt>
    <dgm:pt modelId="{10E906E1-3AB4-477A-833F-6A9408CBEB39}" type="sibTrans" cxnId="{F9F5543C-6F93-420C-9818-2E27B3DB8E61}">
      <dgm:prSet custT="1"/>
      <dgm:spPr/>
      <dgm:t>
        <a:bodyPr/>
        <a:lstStyle/>
        <a:p>
          <a:r>
            <a:rPr lang="en-US" sz="1200" b="1" dirty="0" err="1" smtClean="0"/>
            <a:t>Comité</a:t>
          </a:r>
          <a:r>
            <a:rPr lang="en-US" sz="1200" b="1" dirty="0" smtClean="0"/>
            <a:t> de</a:t>
          </a:r>
          <a:r>
            <a:rPr lang="en-US" sz="1400" b="1" dirty="0" smtClean="0"/>
            <a:t> </a:t>
          </a:r>
          <a:r>
            <a:rPr lang="en-US" sz="1200" b="1" dirty="0" err="1" smtClean="0"/>
            <a:t>Proyectos</a:t>
          </a:r>
          <a:endParaRPr lang="en-US" sz="1400" b="1" dirty="0" smtClean="0"/>
        </a:p>
      </dgm:t>
    </dgm:pt>
    <dgm:pt modelId="{09E3A6AC-7B50-43D0-BFDC-EFB9EA2F2D3E}">
      <dgm:prSet phldrT="[Texto]" custT="1"/>
      <dgm:spPr/>
      <dgm:t>
        <a:bodyPr/>
        <a:lstStyle/>
        <a:p>
          <a:r>
            <a:rPr lang="en-US" sz="1200" dirty="0" smtClean="0"/>
            <a:t>Jimmy </a:t>
          </a:r>
          <a:r>
            <a:rPr lang="en-US" sz="1200" dirty="0" err="1" smtClean="0"/>
            <a:t>Armas</a:t>
          </a:r>
          <a:endParaRPr lang="en-US" sz="1200" dirty="0"/>
        </a:p>
      </dgm:t>
    </dgm:pt>
    <dgm:pt modelId="{D54E75F5-A54B-4F2D-B083-9D7C8128EF87}" type="parTrans" cxnId="{8E20BB29-23E6-49D2-8813-C363299772C3}">
      <dgm:prSet/>
      <dgm:spPr/>
      <dgm:t>
        <a:bodyPr/>
        <a:lstStyle/>
        <a:p>
          <a:endParaRPr lang="en-US"/>
        </a:p>
      </dgm:t>
    </dgm:pt>
    <dgm:pt modelId="{11A98B8E-5634-4CB4-9436-FE2DD628832F}" type="sibTrans" cxnId="{8E20BB29-23E6-49D2-8813-C363299772C3}">
      <dgm:prSet custT="1"/>
      <dgm:spPr/>
      <dgm:t>
        <a:bodyPr/>
        <a:lstStyle/>
        <a:p>
          <a:r>
            <a:rPr lang="en-US" sz="1100" b="1" dirty="0" err="1" smtClean="0"/>
            <a:t>Gerente</a:t>
          </a:r>
          <a:r>
            <a:rPr lang="en-US" sz="1100" b="1" dirty="0" smtClean="0"/>
            <a:t> General </a:t>
          </a:r>
          <a:r>
            <a:rPr lang="en-US" sz="1100" b="1" dirty="0" err="1" smtClean="0"/>
            <a:t>Bankmin</a:t>
          </a:r>
          <a:endParaRPr lang="en-US" sz="1100" b="1" dirty="0"/>
        </a:p>
      </dgm:t>
    </dgm:pt>
    <dgm:pt modelId="{1168F6A4-1E41-4D02-8364-F4FCB27188E4}">
      <dgm:prSet custT="1"/>
      <dgm:spPr/>
      <dgm:t>
        <a:bodyPr/>
        <a:lstStyle/>
        <a:p>
          <a:r>
            <a:rPr lang="en-US" sz="1200" dirty="0" err="1" smtClean="0"/>
            <a:t>Kaya</a:t>
          </a:r>
          <a:r>
            <a:rPr lang="en-US" sz="1200" dirty="0" smtClean="0"/>
            <a:t> Marina</a:t>
          </a:r>
          <a:endParaRPr lang="es-PE" sz="1200" dirty="0"/>
        </a:p>
      </dgm:t>
    </dgm:pt>
    <dgm:pt modelId="{3F1CC737-CD10-4575-8937-D4085782797A}" type="parTrans" cxnId="{6DAE6547-7817-49F4-9E0F-32C7ACC6B6E3}">
      <dgm:prSet/>
      <dgm:spPr/>
      <dgm:t>
        <a:bodyPr/>
        <a:lstStyle/>
        <a:p>
          <a:endParaRPr lang="es-PE"/>
        </a:p>
      </dgm:t>
    </dgm:pt>
    <dgm:pt modelId="{FE9BA5E0-76D1-4638-AA36-7407487D19FF}" type="sibTrans" cxnId="{6DAE6547-7817-49F4-9E0F-32C7ACC6B6E3}">
      <dgm:prSet custT="1"/>
      <dgm:spPr/>
      <dgm:t>
        <a:bodyPr/>
        <a:lstStyle/>
        <a:p>
          <a:r>
            <a:rPr lang="en-US" sz="1200" b="1" dirty="0" err="1" smtClean="0"/>
            <a:t>Gerente</a:t>
          </a:r>
          <a:r>
            <a:rPr lang="en-US" sz="1200" b="1" dirty="0" smtClean="0"/>
            <a:t> </a:t>
          </a:r>
          <a:r>
            <a:rPr lang="en-US" sz="1200" b="1" dirty="0" err="1" smtClean="0"/>
            <a:t>Proyectos</a:t>
          </a:r>
          <a:r>
            <a:rPr lang="en-US" sz="1200" b="1" dirty="0" smtClean="0"/>
            <a:t> y </a:t>
          </a:r>
          <a:r>
            <a:rPr lang="en-US" sz="1200" b="1" dirty="0" err="1" smtClean="0"/>
            <a:t>Recursos</a:t>
          </a:r>
          <a:r>
            <a:rPr lang="en-US" sz="1200" b="1" dirty="0" smtClean="0"/>
            <a:t> </a:t>
          </a:r>
          <a:r>
            <a:rPr lang="en-US" sz="1200" b="1" dirty="0" err="1" smtClean="0"/>
            <a:t>Bankmin</a:t>
          </a:r>
          <a:endParaRPr lang="es-PE" sz="1200" b="1" dirty="0"/>
        </a:p>
      </dgm:t>
    </dgm:pt>
    <dgm:pt modelId="{952FE013-1706-4DBC-9DA1-46041CB6AD92}">
      <dgm:prSet custT="1"/>
      <dgm:spPr/>
      <dgm:t>
        <a:bodyPr/>
        <a:lstStyle/>
        <a:p>
          <a:r>
            <a:rPr lang="en-US" sz="1200" dirty="0" smtClean="0"/>
            <a:t>Sandra Tovar </a:t>
          </a:r>
          <a:r>
            <a:rPr lang="en-US" sz="1200" dirty="0" err="1" smtClean="0"/>
            <a:t>Yachachin</a:t>
          </a:r>
          <a:endParaRPr lang="es-PE" sz="1200" dirty="0"/>
        </a:p>
      </dgm:t>
    </dgm:pt>
    <dgm:pt modelId="{59C22F3A-4314-4753-A21A-C753F0EDFEEA}" type="parTrans" cxnId="{42119602-77CD-4140-8A27-67B2E1783EA6}">
      <dgm:prSet/>
      <dgm:spPr/>
      <dgm:t>
        <a:bodyPr/>
        <a:lstStyle/>
        <a:p>
          <a:endParaRPr lang="es-PE"/>
        </a:p>
      </dgm:t>
    </dgm:pt>
    <dgm:pt modelId="{91FB05EA-4AF6-4D04-A6EF-68292175BEB9}" type="sibTrans" cxnId="{42119602-77CD-4140-8A27-67B2E1783EA6}">
      <dgm:prSet custT="1"/>
      <dgm:spPr/>
      <dgm:t>
        <a:bodyPr/>
        <a:lstStyle/>
        <a:p>
          <a:r>
            <a:rPr lang="en-US" sz="1200" b="1" dirty="0" err="1" smtClean="0"/>
            <a:t>Jefe</a:t>
          </a:r>
          <a:r>
            <a:rPr lang="en-US" sz="1200" b="1" dirty="0" smtClean="0"/>
            <a:t> </a:t>
          </a:r>
          <a:r>
            <a:rPr lang="en-US" sz="1200" b="1" dirty="0" err="1" smtClean="0"/>
            <a:t>Proyecto</a:t>
          </a:r>
          <a:endParaRPr lang="es-PE" sz="1200" b="1" dirty="0"/>
        </a:p>
      </dgm:t>
    </dgm:pt>
    <dgm:pt modelId="{D0E2CCA9-02B5-41C2-BE3A-E3CC628BC700}">
      <dgm:prSet custT="1"/>
      <dgm:spPr/>
      <dgm:t>
        <a:bodyPr/>
        <a:lstStyle/>
        <a:p>
          <a:r>
            <a:rPr lang="en-US" sz="1200" dirty="0" smtClean="0"/>
            <a:t>Cindy </a:t>
          </a:r>
          <a:r>
            <a:rPr lang="en-US" sz="1200" dirty="0" err="1" smtClean="0"/>
            <a:t>Briones</a:t>
          </a:r>
          <a:r>
            <a:rPr lang="en-US" sz="1200" dirty="0" smtClean="0"/>
            <a:t> Flores</a:t>
          </a:r>
          <a:endParaRPr lang="es-PE" sz="1200" dirty="0"/>
        </a:p>
      </dgm:t>
    </dgm:pt>
    <dgm:pt modelId="{2A879A2D-CCF4-4F86-AB64-7BE670EC32F7}" type="parTrans" cxnId="{6CA07ED4-206C-4777-B06F-E48186D88663}">
      <dgm:prSet/>
      <dgm:spPr/>
      <dgm:t>
        <a:bodyPr/>
        <a:lstStyle/>
        <a:p>
          <a:endParaRPr lang="es-PE"/>
        </a:p>
      </dgm:t>
    </dgm:pt>
    <dgm:pt modelId="{1576AEB1-9BC2-48CE-9B89-BE247074FC3A}" type="sibTrans" cxnId="{6CA07ED4-206C-4777-B06F-E48186D88663}">
      <dgm:prSet custT="1"/>
      <dgm:spPr/>
      <dgm:t>
        <a:bodyPr/>
        <a:lstStyle/>
        <a:p>
          <a:r>
            <a:rPr lang="en-US" sz="1200" b="1" dirty="0" err="1" smtClean="0"/>
            <a:t>Ing</a:t>
          </a:r>
          <a:r>
            <a:rPr lang="en-US" sz="1200" b="1" dirty="0" smtClean="0"/>
            <a:t>. De </a:t>
          </a:r>
          <a:r>
            <a:rPr lang="en-US" sz="1200" b="1" dirty="0" err="1" smtClean="0"/>
            <a:t>Procesos</a:t>
          </a:r>
          <a:endParaRPr lang="es-PE" sz="1200" b="1" dirty="0"/>
        </a:p>
      </dgm:t>
    </dgm:pt>
    <dgm:pt modelId="{95520C58-803E-4225-874B-B2C1C5278E29}" type="asst">
      <dgm:prSet custT="1"/>
      <dgm:spPr/>
      <dgm:t>
        <a:bodyPr/>
        <a:lstStyle/>
        <a:p>
          <a:r>
            <a:rPr lang="es-PE" sz="1200" dirty="0" smtClean="0"/>
            <a:t>Mariana </a:t>
          </a:r>
          <a:r>
            <a:rPr lang="es-PE" sz="1200" dirty="0" err="1" smtClean="0"/>
            <a:t>Abugatas</a:t>
          </a:r>
          <a:endParaRPr lang="es-PE" sz="1200" dirty="0"/>
        </a:p>
      </dgm:t>
    </dgm:pt>
    <dgm:pt modelId="{7C231E78-92F5-4B5E-AD32-C165A625B1C9}" type="parTrans" cxnId="{83F329C9-3B74-4C17-A8B2-072C41000B88}">
      <dgm:prSet/>
      <dgm:spPr/>
      <dgm:t>
        <a:bodyPr/>
        <a:lstStyle/>
        <a:p>
          <a:endParaRPr lang="es-PE"/>
        </a:p>
      </dgm:t>
    </dgm:pt>
    <dgm:pt modelId="{824E84C1-AA8F-4184-987D-03E545B9F99B}" type="sibTrans" cxnId="{83F329C9-3B74-4C17-A8B2-072C41000B88}">
      <dgm:prSet custT="1"/>
      <dgm:spPr/>
      <dgm:t>
        <a:bodyPr/>
        <a:lstStyle/>
        <a:p>
          <a:r>
            <a:rPr lang="es-PE" sz="1200" b="1" dirty="0" smtClean="0"/>
            <a:t>Asesora</a:t>
          </a:r>
          <a:endParaRPr lang="es-PE" sz="1200" b="1" dirty="0"/>
        </a:p>
      </dgm:t>
    </dgm:pt>
    <dgm:pt modelId="{32BE23FC-67F2-462E-BDD2-E666BB37AF5A}">
      <dgm:prSet phldrT="[Texto]" custT="1"/>
      <dgm:spPr/>
      <dgm:t>
        <a:bodyPr/>
        <a:lstStyle/>
        <a:p>
          <a:r>
            <a:rPr lang="es-PE" sz="1000" dirty="0" smtClean="0"/>
            <a:t>Amanda </a:t>
          </a:r>
          <a:r>
            <a:rPr lang="es-PE" sz="1000" dirty="0" err="1" smtClean="0"/>
            <a:t>Sanchez</a:t>
          </a:r>
          <a:endParaRPr lang="es-PE" sz="1000" dirty="0" smtClean="0"/>
        </a:p>
      </dgm:t>
    </dgm:pt>
    <dgm:pt modelId="{742CBE33-1288-4E35-9D67-4BB05F97B1B2}" type="parTrans" cxnId="{BF06D11D-19B4-4D7E-B06B-3D1366CF4936}">
      <dgm:prSet/>
      <dgm:spPr/>
      <dgm:t>
        <a:bodyPr/>
        <a:lstStyle/>
        <a:p>
          <a:endParaRPr lang="es-PE"/>
        </a:p>
      </dgm:t>
    </dgm:pt>
    <dgm:pt modelId="{D39C6B04-3FE6-4169-AD0A-4E10859011E3}" type="sibTrans" cxnId="{BF06D11D-19B4-4D7E-B06B-3D1366CF4936}">
      <dgm:prSet custT="1"/>
      <dgm:spPr/>
      <dgm:t>
        <a:bodyPr/>
        <a:lstStyle/>
        <a:p>
          <a:r>
            <a:rPr lang="es-PE" sz="1200" b="1" dirty="0" smtClean="0"/>
            <a:t>Gerente General de </a:t>
          </a:r>
          <a:r>
            <a:rPr lang="es-PE" sz="1200" b="1" dirty="0" smtClean="0"/>
            <a:t>Empresas </a:t>
          </a:r>
          <a:r>
            <a:rPr lang="es-PE" sz="1200" b="1" dirty="0" smtClean="0"/>
            <a:t>Virtuales</a:t>
          </a:r>
          <a:endParaRPr lang="es-PE" sz="1200" b="1" dirty="0"/>
        </a:p>
      </dgm:t>
    </dgm:pt>
    <dgm:pt modelId="{1F03D495-773F-4154-A5DC-766EE2212DD4}" type="pres">
      <dgm:prSet presAssocID="{CD4F10B8-2968-4740-A825-FE79CC1CA0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D4B6FE01-ADE3-416C-AABB-51C5F72478D7}" type="pres">
      <dgm:prSet presAssocID="{347BC993-1C08-4D2B-9B66-80B98095A79C}" presName="hierRoot1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579C145A-8646-4C6E-9F44-F0EFF9ED57D4}" type="pres">
      <dgm:prSet presAssocID="{347BC993-1C08-4D2B-9B66-80B98095A79C}" presName="rootComposite1" presStyleCnt="0"/>
      <dgm:spPr/>
      <dgm:t>
        <a:bodyPr/>
        <a:lstStyle/>
        <a:p>
          <a:endParaRPr lang="es-PE"/>
        </a:p>
      </dgm:t>
    </dgm:pt>
    <dgm:pt modelId="{14A78C60-F444-45B5-9186-37528D72A7D2}" type="pres">
      <dgm:prSet presAssocID="{347BC993-1C08-4D2B-9B66-80B98095A79C}" presName="rootText1" presStyleLbl="node0" presStyleIdx="0" presStyleCnt="1" custScaleX="134084" custScaleY="153588" custLinFactNeighborX="-8038" custLinFactNeighborY="-32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236748A3-D9B4-4A21-B6C5-790B167C0A3D}" type="pres">
      <dgm:prSet presAssocID="{347BC993-1C08-4D2B-9B66-80B98095A79C}" presName="titleText1" presStyleLbl="fgAcc0" presStyleIdx="0" presStyleCnt="1" custScaleX="149766" custScaleY="123268" custLinFactNeighborX="19261" custLinFactNeighborY="69867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E0F40A59-B6D0-40C0-8146-DD3DE9BB0E5E}" type="pres">
      <dgm:prSet presAssocID="{347BC993-1C08-4D2B-9B66-80B98095A79C}" presName="rootConnector1" presStyleLbl="node1" presStyleIdx="0" presStyleCnt="5"/>
      <dgm:spPr/>
      <dgm:t>
        <a:bodyPr/>
        <a:lstStyle/>
        <a:p>
          <a:endParaRPr lang="es-PE"/>
        </a:p>
      </dgm:t>
    </dgm:pt>
    <dgm:pt modelId="{B32598D4-09B6-49FC-AAC6-746562E20BA3}" type="pres">
      <dgm:prSet presAssocID="{347BC993-1C08-4D2B-9B66-80B98095A79C}" presName="hierChild2" presStyleCnt="0"/>
      <dgm:spPr/>
      <dgm:t>
        <a:bodyPr/>
        <a:lstStyle/>
        <a:p>
          <a:endParaRPr lang="es-PE"/>
        </a:p>
      </dgm:t>
    </dgm:pt>
    <dgm:pt modelId="{BD64B91E-D2AD-4C54-B606-5E516830DC24}" type="pres">
      <dgm:prSet presAssocID="{742CBE33-1288-4E35-9D67-4BB05F97B1B2}" presName="Name37" presStyleLbl="parChTrans1D2" presStyleIdx="0" presStyleCnt="1"/>
      <dgm:spPr/>
      <dgm:t>
        <a:bodyPr/>
        <a:lstStyle/>
        <a:p>
          <a:endParaRPr lang="es-ES_tradnl"/>
        </a:p>
      </dgm:t>
    </dgm:pt>
    <dgm:pt modelId="{A6F6BAD2-A075-4A96-AD2E-11CDE2DE0DD8}" type="pres">
      <dgm:prSet presAssocID="{32BE23FC-67F2-462E-BDD2-E666BB37AF5A}" presName="hierRoot2" presStyleCnt="0">
        <dgm:presLayoutVars>
          <dgm:hierBranch val="init"/>
        </dgm:presLayoutVars>
      </dgm:prSet>
      <dgm:spPr/>
    </dgm:pt>
    <dgm:pt modelId="{EED8CE81-A95A-4E75-BCE7-A82F2D1644CB}" type="pres">
      <dgm:prSet presAssocID="{32BE23FC-67F2-462E-BDD2-E666BB37AF5A}" presName="rootComposite" presStyleCnt="0"/>
      <dgm:spPr/>
    </dgm:pt>
    <dgm:pt modelId="{8A7CF9BE-123C-43A5-9B8A-9CB31464FF41}" type="pres">
      <dgm:prSet presAssocID="{32BE23FC-67F2-462E-BDD2-E666BB37AF5A}" presName="rootText" presStyleLbl="node1" presStyleIdx="0" presStyleCnt="5" custLinFactNeighborX="8963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9624C1C-CB35-47D2-AFC2-223E979ECE4E}" type="pres">
      <dgm:prSet presAssocID="{32BE23FC-67F2-462E-BDD2-E666BB37AF5A}" presName="titleText2" presStyleLbl="fgAcc1" presStyleIdx="0" presStyleCnt="5" custScaleX="141851" custScaleY="18952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21440FAB-7CC1-4370-986A-DE38BC5D76AC}" type="pres">
      <dgm:prSet presAssocID="{32BE23FC-67F2-462E-BDD2-E666BB37AF5A}" presName="rootConnector" presStyleLbl="node2" presStyleIdx="0" presStyleCnt="0"/>
      <dgm:spPr/>
      <dgm:t>
        <a:bodyPr/>
        <a:lstStyle/>
        <a:p>
          <a:endParaRPr lang="es-PE"/>
        </a:p>
      </dgm:t>
    </dgm:pt>
    <dgm:pt modelId="{CC1C6D53-E81A-4025-9D96-B182C4BB6BD2}" type="pres">
      <dgm:prSet presAssocID="{32BE23FC-67F2-462E-BDD2-E666BB37AF5A}" presName="hierChild4" presStyleCnt="0"/>
      <dgm:spPr/>
    </dgm:pt>
    <dgm:pt modelId="{91914361-BB6E-47CD-8B5A-440BC7E0D3FC}" type="pres">
      <dgm:prSet presAssocID="{D54E75F5-A54B-4F2D-B083-9D7C8128EF87}" presName="Name37" presStyleLbl="parChTrans1D3" presStyleIdx="0" presStyleCnt="1"/>
      <dgm:spPr/>
      <dgm:t>
        <a:bodyPr/>
        <a:lstStyle/>
        <a:p>
          <a:endParaRPr lang="es-PE"/>
        </a:p>
      </dgm:t>
    </dgm:pt>
    <dgm:pt modelId="{CE2F84F4-815D-4332-9AD6-4A322FB78C46}" type="pres">
      <dgm:prSet presAssocID="{09E3A6AC-7B50-43D0-BFDC-EFB9EA2F2D3E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0E52DC3B-45E2-483C-A406-74B63C44DD03}" type="pres">
      <dgm:prSet presAssocID="{09E3A6AC-7B50-43D0-BFDC-EFB9EA2F2D3E}" presName="rootComposite" presStyleCnt="0"/>
      <dgm:spPr/>
      <dgm:t>
        <a:bodyPr/>
        <a:lstStyle/>
        <a:p>
          <a:endParaRPr lang="es-PE"/>
        </a:p>
      </dgm:t>
    </dgm:pt>
    <dgm:pt modelId="{4D8981D7-C78E-4A27-8AA7-25E8943F9E2D}" type="pres">
      <dgm:prSet presAssocID="{09E3A6AC-7B50-43D0-BFDC-EFB9EA2F2D3E}" presName="rootText" presStyleLbl="node1" presStyleIdx="1" presStyleCnt="5" custLinFactNeighborX="677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A2F7AFDA-86EB-4274-BC9B-0D0273B9676E}" type="pres">
      <dgm:prSet presAssocID="{09E3A6AC-7B50-43D0-BFDC-EFB9EA2F2D3E}" presName="titleText2" presStyleLbl="fgAcc1" presStyleIdx="1" presStyleCnt="5" custScaleX="105980" custScaleY="127288" custLinFactNeighborX="1104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8975034-1684-494C-915E-D7523B1568C4}" type="pres">
      <dgm:prSet presAssocID="{09E3A6AC-7B50-43D0-BFDC-EFB9EA2F2D3E}" presName="rootConnector" presStyleLbl="node3" presStyleIdx="0" presStyleCnt="0"/>
      <dgm:spPr/>
      <dgm:t>
        <a:bodyPr/>
        <a:lstStyle/>
        <a:p>
          <a:endParaRPr lang="es-PE"/>
        </a:p>
      </dgm:t>
    </dgm:pt>
    <dgm:pt modelId="{F930411A-D74E-4E92-8BE0-EAA7F636B055}" type="pres">
      <dgm:prSet presAssocID="{09E3A6AC-7B50-43D0-BFDC-EFB9EA2F2D3E}" presName="hierChild4" presStyleCnt="0"/>
      <dgm:spPr/>
      <dgm:t>
        <a:bodyPr/>
        <a:lstStyle/>
        <a:p>
          <a:endParaRPr lang="es-PE"/>
        </a:p>
      </dgm:t>
    </dgm:pt>
    <dgm:pt modelId="{EAAB09E8-00B9-4D2A-8D4D-27F0F3176A40}" type="pres">
      <dgm:prSet presAssocID="{3F1CC737-CD10-4575-8937-D4085782797A}" presName="Name37" presStyleLbl="parChTrans1D4" presStyleIdx="0" presStyleCnt="4"/>
      <dgm:spPr/>
      <dgm:t>
        <a:bodyPr/>
        <a:lstStyle/>
        <a:p>
          <a:endParaRPr lang="es-PE"/>
        </a:p>
      </dgm:t>
    </dgm:pt>
    <dgm:pt modelId="{AC1A0D9D-0767-4078-B436-0D36E6FBB260}" type="pres">
      <dgm:prSet presAssocID="{1168F6A4-1E41-4D02-8364-F4FCB27188E4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3580EA2E-64D3-4E86-8486-07BC31301AB7}" type="pres">
      <dgm:prSet presAssocID="{1168F6A4-1E41-4D02-8364-F4FCB27188E4}" presName="rootComposite" presStyleCnt="0"/>
      <dgm:spPr/>
      <dgm:t>
        <a:bodyPr/>
        <a:lstStyle/>
        <a:p>
          <a:endParaRPr lang="es-PE"/>
        </a:p>
      </dgm:t>
    </dgm:pt>
    <dgm:pt modelId="{25343B94-49FB-44BB-AFF9-6C2BB17E8B5E}" type="pres">
      <dgm:prSet presAssocID="{1168F6A4-1E41-4D02-8364-F4FCB27188E4}" presName="rootText" presStyleLbl="node1" presStyleIdx="2" presStyleCnt="5" custLinFactNeighborX="8572" custLinFactNeighborY="-17114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B95E758-77D9-4392-909E-ECD227327D01}" type="pres">
      <dgm:prSet presAssocID="{1168F6A4-1E41-4D02-8364-F4FCB27188E4}" presName="titleText2" presStyleLbl="fgAcc1" presStyleIdx="2" presStyleCnt="5" custScaleX="157206" custScaleY="151132" custLinFactNeighborX="19407" custLinFactNeighborY="-43080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53B01AB6-84B1-4F36-9833-DA65F891A0EB}" type="pres">
      <dgm:prSet presAssocID="{1168F6A4-1E41-4D02-8364-F4FCB27188E4}" presName="rootConnector" presStyleLbl="node4" presStyleIdx="0" presStyleCnt="0"/>
      <dgm:spPr/>
      <dgm:t>
        <a:bodyPr/>
        <a:lstStyle/>
        <a:p>
          <a:endParaRPr lang="es-PE"/>
        </a:p>
      </dgm:t>
    </dgm:pt>
    <dgm:pt modelId="{05935EFD-490C-4082-97E4-28854BE72FE1}" type="pres">
      <dgm:prSet presAssocID="{1168F6A4-1E41-4D02-8364-F4FCB27188E4}" presName="hierChild4" presStyleCnt="0"/>
      <dgm:spPr/>
      <dgm:t>
        <a:bodyPr/>
        <a:lstStyle/>
        <a:p>
          <a:endParaRPr lang="es-PE"/>
        </a:p>
      </dgm:t>
    </dgm:pt>
    <dgm:pt modelId="{9DFE2D37-DFC8-4633-9B75-970E2B7DE545}" type="pres">
      <dgm:prSet presAssocID="{59C22F3A-4314-4753-A21A-C753F0EDFEEA}" presName="Name37" presStyleLbl="parChTrans1D4" presStyleIdx="1" presStyleCnt="4"/>
      <dgm:spPr/>
      <dgm:t>
        <a:bodyPr/>
        <a:lstStyle/>
        <a:p>
          <a:endParaRPr lang="es-PE"/>
        </a:p>
      </dgm:t>
    </dgm:pt>
    <dgm:pt modelId="{2BE3EA96-7B10-446F-8974-E8CA42293E95}" type="pres">
      <dgm:prSet presAssocID="{952FE013-1706-4DBC-9DA1-46041CB6AD92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999ADE60-FECA-41A3-95BE-486DE088C59E}" type="pres">
      <dgm:prSet presAssocID="{952FE013-1706-4DBC-9DA1-46041CB6AD92}" presName="rootComposite" presStyleCnt="0"/>
      <dgm:spPr/>
      <dgm:t>
        <a:bodyPr/>
        <a:lstStyle/>
        <a:p>
          <a:endParaRPr lang="es-PE"/>
        </a:p>
      </dgm:t>
    </dgm:pt>
    <dgm:pt modelId="{31E0648C-6AA2-4CF2-9136-2EB6D6849F75}" type="pres">
      <dgm:prSet presAssocID="{952FE013-1706-4DBC-9DA1-46041CB6AD92}" presName="rootText" presStyleLbl="node1" presStyleIdx="3" presStyleCnt="5" custScaleX="13056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79007A5F-79F1-49C2-9557-04F9B95E435E}" type="pres">
      <dgm:prSet presAssocID="{952FE013-1706-4DBC-9DA1-46041CB6AD92}" presName="titleText2" presStyleLbl="fgAcc1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77981FE5-DBCD-4869-8D12-655EDBA1FAA5}" type="pres">
      <dgm:prSet presAssocID="{952FE013-1706-4DBC-9DA1-46041CB6AD92}" presName="rootConnector" presStyleLbl="node4" presStyleIdx="0" presStyleCnt="0"/>
      <dgm:spPr/>
      <dgm:t>
        <a:bodyPr/>
        <a:lstStyle/>
        <a:p>
          <a:endParaRPr lang="es-PE"/>
        </a:p>
      </dgm:t>
    </dgm:pt>
    <dgm:pt modelId="{C7771C70-C989-4348-BB35-D64ED23747F5}" type="pres">
      <dgm:prSet presAssocID="{952FE013-1706-4DBC-9DA1-46041CB6AD92}" presName="hierChild4" presStyleCnt="0"/>
      <dgm:spPr/>
      <dgm:t>
        <a:bodyPr/>
        <a:lstStyle/>
        <a:p>
          <a:endParaRPr lang="es-PE"/>
        </a:p>
      </dgm:t>
    </dgm:pt>
    <dgm:pt modelId="{596F41F6-DD68-405E-8F0C-BDF9C2101DD0}" type="pres">
      <dgm:prSet presAssocID="{952FE013-1706-4DBC-9DA1-46041CB6AD92}" presName="hierChild5" presStyleCnt="0"/>
      <dgm:spPr/>
      <dgm:t>
        <a:bodyPr/>
        <a:lstStyle/>
        <a:p>
          <a:endParaRPr lang="es-PE"/>
        </a:p>
      </dgm:t>
    </dgm:pt>
    <dgm:pt modelId="{FCB3506C-C4C5-4C86-B272-226F06B81C53}" type="pres">
      <dgm:prSet presAssocID="{2A879A2D-CCF4-4F86-AB64-7BE670EC32F7}" presName="Name37" presStyleLbl="parChTrans1D4" presStyleIdx="2" presStyleCnt="4"/>
      <dgm:spPr/>
      <dgm:t>
        <a:bodyPr/>
        <a:lstStyle/>
        <a:p>
          <a:endParaRPr lang="es-PE"/>
        </a:p>
      </dgm:t>
    </dgm:pt>
    <dgm:pt modelId="{9754066E-0994-425B-A0C4-D271CA42F1E8}" type="pres">
      <dgm:prSet presAssocID="{D0E2CCA9-02B5-41C2-BE3A-E3CC628BC700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7A4677E7-5960-484B-AE71-FFB9BB18966E}" type="pres">
      <dgm:prSet presAssocID="{D0E2CCA9-02B5-41C2-BE3A-E3CC628BC700}" presName="rootComposite" presStyleCnt="0"/>
      <dgm:spPr/>
      <dgm:t>
        <a:bodyPr/>
        <a:lstStyle/>
        <a:p>
          <a:endParaRPr lang="es-PE"/>
        </a:p>
      </dgm:t>
    </dgm:pt>
    <dgm:pt modelId="{B9EDA11B-C7AA-43D8-9B53-7713D2CA7FE0}" type="pres">
      <dgm:prSet presAssocID="{D0E2CCA9-02B5-41C2-BE3A-E3CC628BC700}" presName="rootText" presStyleLbl="node1" presStyleIdx="4" presStyleCnt="5" custScaleX="117670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3BAD1AEA-418A-4FF2-8C37-6E86CA4A16EC}" type="pres">
      <dgm:prSet presAssocID="{D0E2CCA9-02B5-41C2-BE3A-E3CC628BC700}" presName="titleText2" presStyleLbl="fgAcc1" presStyleIdx="4" presStyleCnt="5" custScaleX="131558" custLinFactNeighborX="14896" custLinFactNeighborY="484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95D3A784-BCBB-4D00-97EF-9660389AF29E}" type="pres">
      <dgm:prSet presAssocID="{D0E2CCA9-02B5-41C2-BE3A-E3CC628BC700}" presName="rootConnector" presStyleLbl="node4" presStyleIdx="0" presStyleCnt="0"/>
      <dgm:spPr/>
      <dgm:t>
        <a:bodyPr/>
        <a:lstStyle/>
        <a:p>
          <a:endParaRPr lang="es-PE"/>
        </a:p>
      </dgm:t>
    </dgm:pt>
    <dgm:pt modelId="{E17A4EF9-1A87-4B85-AE30-335DC18F2D8E}" type="pres">
      <dgm:prSet presAssocID="{D0E2CCA9-02B5-41C2-BE3A-E3CC628BC700}" presName="hierChild4" presStyleCnt="0"/>
      <dgm:spPr/>
      <dgm:t>
        <a:bodyPr/>
        <a:lstStyle/>
        <a:p>
          <a:endParaRPr lang="es-PE"/>
        </a:p>
      </dgm:t>
    </dgm:pt>
    <dgm:pt modelId="{03221ECE-9183-4D0D-8B39-E47C1E824BB7}" type="pres">
      <dgm:prSet presAssocID="{D0E2CCA9-02B5-41C2-BE3A-E3CC628BC700}" presName="hierChild5" presStyleCnt="0"/>
      <dgm:spPr/>
      <dgm:t>
        <a:bodyPr/>
        <a:lstStyle/>
        <a:p>
          <a:endParaRPr lang="es-PE"/>
        </a:p>
      </dgm:t>
    </dgm:pt>
    <dgm:pt modelId="{288518B4-F4DA-4ADE-9397-894E4CB91E2F}" type="pres">
      <dgm:prSet presAssocID="{1168F6A4-1E41-4D02-8364-F4FCB27188E4}" presName="hierChild5" presStyleCnt="0"/>
      <dgm:spPr/>
      <dgm:t>
        <a:bodyPr/>
        <a:lstStyle/>
        <a:p>
          <a:endParaRPr lang="es-PE"/>
        </a:p>
      </dgm:t>
    </dgm:pt>
    <dgm:pt modelId="{1605AA5F-8C30-4A5E-9A9F-2073BA058232}" type="pres">
      <dgm:prSet presAssocID="{7C231E78-92F5-4B5E-AD32-C165A625B1C9}" presName="Name96" presStyleLbl="parChTrans1D4" presStyleIdx="3" presStyleCnt="4"/>
      <dgm:spPr/>
      <dgm:t>
        <a:bodyPr/>
        <a:lstStyle/>
        <a:p>
          <a:endParaRPr lang="es-PE"/>
        </a:p>
      </dgm:t>
    </dgm:pt>
    <dgm:pt modelId="{6A80E95F-2038-4E48-AF8D-7D7DFFD6C56F}" type="pres">
      <dgm:prSet presAssocID="{95520C58-803E-4225-874B-B2C1C5278E29}" presName="hierRoot3" presStyleCnt="0">
        <dgm:presLayoutVars>
          <dgm:hierBranch val="init"/>
        </dgm:presLayoutVars>
      </dgm:prSet>
      <dgm:spPr/>
    </dgm:pt>
    <dgm:pt modelId="{715CDEC8-B3C2-42A5-A25B-1FEB983FDE9D}" type="pres">
      <dgm:prSet presAssocID="{95520C58-803E-4225-874B-B2C1C5278E29}" presName="rootComposite3" presStyleCnt="0"/>
      <dgm:spPr/>
    </dgm:pt>
    <dgm:pt modelId="{20DC4BF3-79E5-4DA4-9F9D-305F11603ECB}" type="pres">
      <dgm:prSet presAssocID="{95520C58-803E-4225-874B-B2C1C5278E29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488DDFB-00EC-416A-9B47-52C08CDA82C4}" type="pres">
      <dgm:prSet presAssocID="{95520C58-803E-4225-874B-B2C1C5278E29}" presName="titleText3" presStyleLbl="fgAcc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CDCB448-8D8B-436B-AA1E-AD9E5FB4E25C}" type="pres">
      <dgm:prSet presAssocID="{95520C58-803E-4225-874B-B2C1C5278E29}" presName="rootConnector3" presStyleLbl="asst4" presStyleIdx="0" presStyleCnt="0"/>
      <dgm:spPr/>
      <dgm:t>
        <a:bodyPr/>
        <a:lstStyle/>
        <a:p>
          <a:endParaRPr lang="es-PE"/>
        </a:p>
      </dgm:t>
    </dgm:pt>
    <dgm:pt modelId="{0B101196-7F6C-4DAB-818A-D4E777E8AE40}" type="pres">
      <dgm:prSet presAssocID="{95520C58-803E-4225-874B-B2C1C5278E29}" presName="hierChild6" presStyleCnt="0"/>
      <dgm:spPr/>
    </dgm:pt>
    <dgm:pt modelId="{774BC6F6-574D-4AC6-8154-38890DC02EF1}" type="pres">
      <dgm:prSet presAssocID="{95520C58-803E-4225-874B-B2C1C5278E29}" presName="hierChild7" presStyleCnt="0"/>
      <dgm:spPr/>
    </dgm:pt>
    <dgm:pt modelId="{7EA50BE4-5323-429A-ABD6-665CFC86D811}" type="pres">
      <dgm:prSet presAssocID="{09E3A6AC-7B50-43D0-BFDC-EFB9EA2F2D3E}" presName="hierChild5" presStyleCnt="0"/>
      <dgm:spPr/>
      <dgm:t>
        <a:bodyPr/>
        <a:lstStyle/>
        <a:p>
          <a:endParaRPr lang="es-PE"/>
        </a:p>
      </dgm:t>
    </dgm:pt>
    <dgm:pt modelId="{A9AF69A3-13AE-4825-AE7F-6BED26CB4E81}" type="pres">
      <dgm:prSet presAssocID="{32BE23FC-67F2-462E-BDD2-E666BB37AF5A}" presName="hierChild5" presStyleCnt="0"/>
      <dgm:spPr/>
    </dgm:pt>
    <dgm:pt modelId="{FCC17A70-F0AC-4286-B3AA-05C381866371}" type="pres">
      <dgm:prSet presAssocID="{347BC993-1C08-4D2B-9B66-80B98095A79C}" presName="hierChild3" presStyleCnt="0"/>
      <dgm:spPr/>
      <dgm:t>
        <a:bodyPr/>
        <a:lstStyle/>
        <a:p>
          <a:endParaRPr lang="es-PE"/>
        </a:p>
      </dgm:t>
    </dgm:pt>
  </dgm:ptLst>
  <dgm:cxnLst>
    <dgm:cxn modelId="{96D018EE-BB4A-4A83-AEF2-BF20196D532A}" type="presOf" srcId="{3F1CC737-CD10-4575-8937-D4085782797A}" destId="{EAAB09E8-00B9-4D2A-8D4D-27F0F3176A40}" srcOrd="0" destOrd="0" presId="urn:microsoft.com/office/officeart/2008/layout/NameandTitleOrganizationalChart"/>
    <dgm:cxn modelId="{B9C788BD-6E4F-49C7-A8D4-2D68E17F4AE0}" type="presOf" srcId="{32BE23FC-67F2-462E-BDD2-E666BB37AF5A}" destId="{8A7CF9BE-123C-43A5-9B8A-9CB31464FF41}" srcOrd="0" destOrd="0" presId="urn:microsoft.com/office/officeart/2008/layout/NameandTitleOrganizationalChart"/>
    <dgm:cxn modelId="{C4B125D6-5905-43DC-8638-5166379A7736}" type="presOf" srcId="{95520C58-803E-4225-874B-B2C1C5278E29}" destId="{4CDCB448-8D8B-436B-AA1E-AD9E5FB4E25C}" srcOrd="1" destOrd="0" presId="urn:microsoft.com/office/officeart/2008/layout/NameandTitleOrganizationalChart"/>
    <dgm:cxn modelId="{61F97B5D-7447-4A59-9C29-267E79507AB5}" type="presOf" srcId="{FE9BA5E0-76D1-4638-AA36-7407487D19FF}" destId="{BB95E758-77D9-4392-909E-ECD227327D01}" srcOrd="0" destOrd="0" presId="urn:microsoft.com/office/officeart/2008/layout/NameandTitleOrganizationalChart"/>
    <dgm:cxn modelId="{6CA07ED4-206C-4777-B06F-E48186D88663}" srcId="{1168F6A4-1E41-4D02-8364-F4FCB27188E4}" destId="{D0E2CCA9-02B5-41C2-BE3A-E3CC628BC700}" srcOrd="1" destOrd="0" parTransId="{2A879A2D-CCF4-4F86-AB64-7BE670EC32F7}" sibTransId="{1576AEB1-9BC2-48CE-9B89-BE247074FC3A}"/>
    <dgm:cxn modelId="{1260560B-9573-4FEA-BD87-5DA4B1317050}" type="presOf" srcId="{59C22F3A-4314-4753-A21A-C753F0EDFEEA}" destId="{9DFE2D37-DFC8-4633-9B75-970E2B7DE545}" srcOrd="0" destOrd="0" presId="urn:microsoft.com/office/officeart/2008/layout/NameandTitleOrganizationalChart"/>
    <dgm:cxn modelId="{67F522FC-3CD7-4B64-83BD-0F1E49B6A53E}" type="presOf" srcId="{952FE013-1706-4DBC-9DA1-46041CB6AD92}" destId="{31E0648C-6AA2-4CF2-9136-2EB6D6849F75}" srcOrd="0" destOrd="0" presId="urn:microsoft.com/office/officeart/2008/layout/NameandTitleOrganizationalChart"/>
    <dgm:cxn modelId="{56B275F4-349A-4E1E-8F43-83EC054B832F}" type="presOf" srcId="{347BC993-1C08-4D2B-9B66-80B98095A79C}" destId="{E0F40A59-B6D0-40C0-8146-DD3DE9BB0E5E}" srcOrd="1" destOrd="0" presId="urn:microsoft.com/office/officeart/2008/layout/NameandTitleOrganizationalChart"/>
    <dgm:cxn modelId="{08120B0A-B820-4835-879C-DB45FC6D9BE7}" type="presOf" srcId="{347BC993-1C08-4D2B-9B66-80B98095A79C}" destId="{14A78C60-F444-45B5-9186-37528D72A7D2}" srcOrd="0" destOrd="0" presId="urn:microsoft.com/office/officeart/2008/layout/NameandTitleOrganizationalChart"/>
    <dgm:cxn modelId="{5769F2F8-6C59-4195-8488-FCE38593F8B7}" type="presOf" srcId="{CD4F10B8-2968-4740-A825-FE79CC1CA096}" destId="{1F03D495-773F-4154-A5DC-766EE2212DD4}" srcOrd="0" destOrd="0" presId="urn:microsoft.com/office/officeart/2008/layout/NameandTitleOrganizationalChart"/>
    <dgm:cxn modelId="{87EEF594-7C87-40D3-8D86-72E30F5446DD}" type="presOf" srcId="{09E3A6AC-7B50-43D0-BFDC-EFB9EA2F2D3E}" destId="{4D8981D7-C78E-4A27-8AA7-25E8943F9E2D}" srcOrd="0" destOrd="0" presId="urn:microsoft.com/office/officeart/2008/layout/NameandTitleOrganizationalChart"/>
    <dgm:cxn modelId="{20B8FD80-B88A-4FBB-B38C-CF8E059671EF}" type="presOf" srcId="{91FB05EA-4AF6-4D04-A6EF-68292175BEB9}" destId="{79007A5F-79F1-49C2-9557-04F9B95E435E}" srcOrd="0" destOrd="0" presId="urn:microsoft.com/office/officeart/2008/layout/NameandTitleOrganizationalChart"/>
    <dgm:cxn modelId="{0F59D109-A53B-4F0C-9FF9-6AF9381124CB}" type="presOf" srcId="{1576AEB1-9BC2-48CE-9B89-BE247074FC3A}" destId="{3BAD1AEA-418A-4FF2-8C37-6E86CA4A16EC}" srcOrd="0" destOrd="0" presId="urn:microsoft.com/office/officeart/2008/layout/NameandTitleOrganizationalChart"/>
    <dgm:cxn modelId="{7872FC00-A056-4D6B-8104-CF70B79C2D3A}" type="presOf" srcId="{10E906E1-3AB4-477A-833F-6A9408CBEB39}" destId="{236748A3-D9B4-4A21-B6C5-790B167C0A3D}" srcOrd="0" destOrd="0" presId="urn:microsoft.com/office/officeart/2008/layout/NameandTitleOrganizationalChart"/>
    <dgm:cxn modelId="{9539820C-A103-4AC4-8063-52782E3BCD63}" type="presOf" srcId="{952FE013-1706-4DBC-9DA1-46041CB6AD92}" destId="{77981FE5-DBCD-4869-8D12-655EDBA1FAA5}" srcOrd="1" destOrd="0" presId="urn:microsoft.com/office/officeart/2008/layout/NameandTitleOrganizationalChart"/>
    <dgm:cxn modelId="{6DAE6547-7817-49F4-9E0F-32C7ACC6B6E3}" srcId="{09E3A6AC-7B50-43D0-BFDC-EFB9EA2F2D3E}" destId="{1168F6A4-1E41-4D02-8364-F4FCB27188E4}" srcOrd="0" destOrd="0" parTransId="{3F1CC737-CD10-4575-8937-D4085782797A}" sibTransId="{FE9BA5E0-76D1-4638-AA36-7407487D19FF}"/>
    <dgm:cxn modelId="{8E20BB29-23E6-49D2-8813-C363299772C3}" srcId="{32BE23FC-67F2-462E-BDD2-E666BB37AF5A}" destId="{09E3A6AC-7B50-43D0-BFDC-EFB9EA2F2D3E}" srcOrd="0" destOrd="0" parTransId="{D54E75F5-A54B-4F2D-B083-9D7C8128EF87}" sibTransId="{11A98B8E-5634-4CB4-9436-FE2DD628832F}"/>
    <dgm:cxn modelId="{164B10ED-179A-43F5-AF21-B45EA131963C}" type="presOf" srcId="{7C231E78-92F5-4B5E-AD32-C165A625B1C9}" destId="{1605AA5F-8C30-4A5E-9A9F-2073BA058232}" srcOrd="0" destOrd="0" presId="urn:microsoft.com/office/officeart/2008/layout/NameandTitleOrganizationalChart"/>
    <dgm:cxn modelId="{30FA5598-5770-4F8A-80AF-F7F7955E29CD}" type="presOf" srcId="{1168F6A4-1E41-4D02-8364-F4FCB27188E4}" destId="{25343B94-49FB-44BB-AFF9-6C2BB17E8B5E}" srcOrd="0" destOrd="0" presId="urn:microsoft.com/office/officeart/2008/layout/NameandTitleOrganizationalChart"/>
    <dgm:cxn modelId="{BF06D11D-19B4-4D7E-B06B-3D1366CF4936}" srcId="{347BC993-1C08-4D2B-9B66-80B98095A79C}" destId="{32BE23FC-67F2-462E-BDD2-E666BB37AF5A}" srcOrd="0" destOrd="0" parTransId="{742CBE33-1288-4E35-9D67-4BB05F97B1B2}" sibTransId="{D39C6B04-3FE6-4169-AD0A-4E10859011E3}"/>
    <dgm:cxn modelId="{934A5DDC-81D0-4F57-B830-13ED5054AA3D}" type="presOf" srcId="{D0E2CCA9-02B5-41C2-BE3A-E3CC628BC700}" destId="{95D3A784-BCBB-4D00-97EF-9660389AF29E}" srcOrd="1" destOrd="0" presId="urn:microsoft.com/office/officeart/2008/layout/NameandTitleOrganizationalChart"/>
    <dgm:cxn modelId="{4334A944-5BDD-4C67-A168-CF478B03BED0}" type="presOf" srcId="{95520C58-803E-4225-874B-B2C1C5278E29}" destId="{20DC4BF3-79E5-4DA4-9F9D-305F11603ECB}" srcOrd="0" destOrd="0" presId="urn:microsoft.com/office/officeart/2008/layout/NameandTitleOrganizationalChart"/>
    <dgm:cxn modelId="{3DFCC49D-F085-4CD9-94BF-7FCA65AE1098}" type="presOf" srcId="{2A879A2D-CCF4-4F86-AB64-7BE670EC32F7}" destId="{FCB3506C-C4C5-4C86-B272-226F06B81C53}" srcOrd="0" destOrd="0" presId="urn:microsoft.com/office/officeart/2008/layout/NameandTitleOrganizationalChart"/>
    <dgm:cxn modelId="{83F329C9-3B74-4C17-A8B2-072C41000B88}" srcId="{1168F6A4-1E41-4D02-8364-F4FCB27188E4}" destId="{95520C58-803E-4225-874B-B2C1C5278E29}" srcOrd="2" destOrd="0" parTransId="{7C231E78-92F5-4B5E-AD32-C165A625B1C9}" sibTransId="{824E84C1-AA8F-4184-987D-03E545B9F99B}"/>
    <dgm:cxn modelId="{350F99CE-2E22-4DC0-AE33-EB2CA33AC5B3}" type="presOf" srcId="{742CBE33-1288-4E35-9D67-4BB05F97B1B2}" destId="{BD64B91E-D2AD-4C54-B606-5E516830DC24}" srcOrd="0" destOrd="0" presId="urn:microsoft.com/office/officeart/2008/layout/NameandTitleOrganizationalChart"/>
    <dgm:cxn modelId="{F9F5543C-6F93-420C-9818-2E27B3DB8E61}" srcId="{CD4F10B8-2968-4740-A825-FE79CC1CA096}" destId="{347BC993-1C08-4D2B-9B66-80B98095A79C}" srcOrd="0" destOrd="0" parTransId="{D410DF65-11BD-4CDD-99CF-093E36503C1E}" sibTransId="{10E906E1-3AB4-477A-833F-6A9408CBEB39}"/>
    <dgm:cxn modelId="{9213A3D5-41CA-46C3-A8ED-D6E18786312C}" type="presOf" srcId="{D0E2CCA9-02B5-41C2-BE3A-E3CC628BC700}" destId="{B9EDA11B-C7AA-43D8-9B53-7713D2CA7FE0}" srcOrd="0" destOrd="0" presId="urn:microsoft.com/office/officeart/2008/layout/NameandTitleOrganizationalChart"/>
    <dgm:cxn modelId="{2B0FB32C-4E99-40CA-A366-613470DBA884}" type="presOf" srcId="{11A98B8E-5634-4CB4-9436-FE2DD628832F}" destId="{A2F7AFDA-86EB-4274-BC9B-0D0273B9676E}" srcOrd="0" destOrd="0" presId="urn:microsoft.com/office/officeart/2008/layout/NameandTitleOrganizationalChart"/>
    <dgm:cxn modelId="{B6C143F9-AFD0-43CF-8B1D-98D7EEE108FC}" type="presOf" srcId="{D39C6B04-3FE6-4169-AD0A-4E10859011E3}" destId="{B9624C1C-CB35-47D2-AFC2-223E979ECE4E}" srcOrd="0" destOrd="0" presId="urn:microsoft.com/office/officeart/2008/layout/NameandTitleOrganizationalChart"/>
    <dgm:cxn modelId="{42119602-77CD-4140-8A27-67B2E1783EA6}" srcId="{1168F6A4-1E41-4D02-8364-F4FCB27188E4}" destId="{952FE013-1706-4DBC-9DA1-46041CB6AD92}" srcOrd="0" destOrd="0" parTransId="{59C22F3A-4314-4753-A21A-C753F0EDFEEA}" sibTransId="{91FB05EA-4AF6-4D04-A6EF-68292175BEB9}"/>
    <dgm:cxn modelId="{43BE1B53-0AF6-4F52-A110-761BCC96FB2F}" type="presOf" srcId="{D54E75F5-A54B-4F2D-B083-9D7C8128EF87}" destId="{91914361-BB6E-47CD-8B5A-440BC7E0D3FC}" srcOrd="0" destOrd="0" presId="urn:microsoft.com/office/officeart/2008/layout/NameandTitleOrganizationalChart"/>
    <dgm:cxn modelId="{3EDE9606-51EA-47BE-884C-19BDD10408C8}" type="presOf" srcId="{09E3A6AC-7B50-43D0-BFDC-EFB9EA2F2D3E}" destId="{48975034-1684-494C-915E-D7523B1568C4}" srcOrd="1" destOrd="0" presId="urn:microsoft.com/office/officeart/2008/layout/NameandTitleOrganizationalChart"/>
    <dgm:cxn modelId="{D81C8901-F3AD-4A7E-9A58-6C9486E16C82}" type="presOf" srcId="{1168F6A4-1E41-4D02-8364-F4FCB27188E4}" destId="{53B01AB6-84B1-4F36-9833-DA65F891A0EB}" srcOrd="1" destOrd="0" presId="urn:microsoft.com/office/officeart/2008/layout/NameandTitleOrganizationalChart"/>
    <dgm:cxn modelId="{6B4B017B-270E-437F-8B0E-9DF19025E000}" type="presOf" srcId="{32BE23FC-67F2-462E-BDD2-E666BB37AF5A}" destId="{21440FAB-7CC1-4370-986A-DE38BC5D76AC}" srcOrd="1" destOrd="0" presId="urn:microsoft.com/office/officeart/2008/layout/NameandTitleOrganizationalChart"/>
    <dgm:cxn modelId="{AEB55966-CBC1-4265-BB5A-4CA05F8AD90D}" type="presOf" srcId="{824E84C1-AA8F-4184-987D-03E545B9F99B}" destId="{0488DDFB-00EC-416A-9B47-52C08CDA82C4}" srcOrd="0" destOrd="0" presId="urn:microsoft.com/office/officeart/2008/layout/NameandTitleOrganizationalChart"/>
    <dgm:cxn modelId="{36C5DAC9-8E82-4D6D-A92C-9BF8BE58629A}" type="presParOf" srcId="{1F03D495-773F-4154-A5DC-766EE2212DD4}" destId="{D4B6FE01-ADE3-416C-AABB-51C5F72478D7}" srcOrd="0" destOrd="0" presId="urn:microsoft.com/office/officeart/2008/layout/NameandTitleOrganizationalChart"/>
    <dgm:cxn modelId="{448D5BA5-67FB-4C09-AB58-0D55E2689FAD}" type="presParOf" srcId="{D4B6FE01-ADE3-416C-AABB-51C5F72478D7}" destId="{579C145A-8646-4C6E-9F44-F0EFF9ED57D4}" srcOrd="0" destOrd="0" presId="urn:microsoft.com/office/officeart/2008/layout/NameandTitleOrganizationalChart"/>
    <dgm:cxn modelId="{65D31A5D-D73F-46E2-90EA-B47975A19B14}" type="presParOf" srcId="{579C145A-8646-4C6E-9F44-F0EFF9ED57D4}" destId="{14A78C60-F444-45B5-9186-37528D72A7D2}" srcOrd="0" destOrd="0" presId="urn:microsoft.com/office/officeart/2008/layout/NameandTitleOrganizationalChart"/>
    <dgm:cxn modelId="{9CE0AC61-6D21-442C-86A7-EFCE995F6338}" type="presParOf" srcId="{579C145A-8646-4C6E-9F44-F0EFF9ED57D4}" destId="{236748A3-D9B4-4A21-B6C5-790B167C0A3D}" srcOrd="1" destOrd="0" presId="urn:microsoft.com/office/officeart/2008/layout/NameandTitleOrganizationalChart"/>
    <dgm:cxn modelId="{1AA78F27-0B77-4AA3-8A4B-E5D9E41EDBEF}" type="presParOf" srcId="{579C145A-8646-4C6E-9F44-F0EFF9ED57D4}" destId="{E0F40A59-B6D0-40C0-8146-DD3DE9BB0E5E}" srcOrd="2" destOrd="0" presId="urn:microsoft.com/office/officeart/2008/layout/NameandTitleOrganizationalChart"/>
    <dgm:cxn modelId="{FCC6E2F7-5649-4041-9D2D-60E01D253735}" type="presParOf" srcId="{D4B6FE01-ADE3-416C-AABB-51C5F72478D7}" destId="{B32598D4-09B6-49FC-AAC6-746562E20BA3}" srcOrd="1" destOrd="0" presId="urn:microsoft.com/office/officeart/2008/layout/NameandTitleOrganizationalChart"/>
    <dgm:cxn modelId="{DA84A500-BF72-4513-87BC-CFE6D33FD062}" type="presParOf" srcId="{B32598D4-09B6-49FC-AAC6-746562E20BA3}" destId="{BD64B91E-D2AD-4C54-B606-5E516830DC24}" srcOrd="0" destOrd="0" presId="urn:microsoft.com/office/officeart/2008/layout/NameandTitleOrganizationalChart"/>
    <dgm:cxn modelId="{1F28A2F2-A1EC-4A18-A2A8-D20655662158}" type="presParOf" srcId="{B32598D4-09B6-49FC-AAC6-746562E20BA3}" destId="{A6F6BAD2-A075-4A96-AD2E-11CDE2DE0DD8}" srcOrd="1" destOrd="0" presId="urn:microsoft.com/office/officeart/2008/layout/NameandTitleOrganizationalChart"/>
    <dgm:cxn modelId="{E83226EB-E76C-4E88-89BC-F1AD65867299}" type="presParOf" srcId="{A6F6BAD2-A075-4A96-AD2E-11CDE2DE0DD8}" destId="{EED8CE81-A95A-4E75-BCE7-A82F2D1644CB}" srcOrd="0" destOrd="0" presId="urn:microsoft.com/office/officeart/2008/layout/NameandTitleOrganizationalChart"/>
    <dgm:cxn modelId="{6E3E9A7F-AE5E-4EC6-9F29-D56FDAE252CD}" type="presParOf" srcId="{EED8CE81-A95A-4E75-BCE7-A82F2D1644CB}" destId="{8A7CF9BE-123C-43A5-9B8A-9CB31464FF41}" srcOrd="0" destOrd="0" presId="urn:microsoft.com/office/officeart/2008/layout/NameandTitleOrganizationalChart"/>
    <dgm:cxn modelId="{61FFAC6E-8786-4E81-A704-40931D1E067D}" type="presParOf" srcId="{EED8CE81-A95A-4E75-BCE7-A82F2D1644CB}" destId="{B9624C1C-CB35-47D2-AFC2-223E979ECE4E}" srcOrd="1" destOrd="0" presId="urn:microsoft.com/office/officeart/2008/layout/NameandTitleOrganizationalChart"/>
    <dgm:cxn modelId="{F65BE3B5-0DF7-457A-8F46-D6BD40906362}" type="presParOf" srcId="{EED8CE81-A95A-4E75-BCE7-A82F2D1644CB}" destId="{21440FAB-7CC1-4370-986A-DE38BC5D76AC}" srcOrd="2" destOrd="0" presId="urn:microsoft.com/office/officeart/2008/layout/NameandTitleOrganizationalChart"/>
    <dgm:cxn modelId="{C788F2C5-0055-4236-BC70-6D8B4EDAC3FB}" type="presParOf" srcId="{A6F6BAD2-A075-4A96-AD2E-11CDE2DE0DD8}" destId="{CC1C6D53-E81A-4025-9D96-B182C4BB6BD2}" srcOrd="1" destOrd="0" presId="urn:microsoft.com/office/officeart/2008/layout/NameandTitleOrganizationalChart"/>
    <dgm:cxn modelId="{AD6C37EE-1645-4CB9-9BA1-E3610134E8BB}" type="presParOf" srcId="{CC1C6D53-E81A-4025-9D96-B182C4BB6BD2}" destId="{91914361-BB6E-47CD-8B5A-440BC7E0D3FC}" srcOrd="0" destOrd="0" presId="urn:microsoft.com/office/officeart/2008/layout/NameandTitleOrganizationalChart"/>
    <dgm:cxn modelId="{1E2F48C0-741C-47EB-95DE-D928D3820A3C}" type="presParOf" srcId="{CC1C6D53-E81A-4025-9D96-B182C4BB6BD2}" destId="{CE2F84F4-815D-4332-9AD6-4A322FB78C46}" srcOrd="1" destOrd="0" presId="urn:microsoft.com/office/officeart/2008/layout/NameandTitleOrganizationalChart"/>
    <dgm:cxn modelId="{D1AF975A-E058-4AB2-8782-FFCEDD556411}" type="presParOf" srcId="{CE2F84F4-815D-4332-9AD6-4A322FB78C46}" destId="{0E52DC3B-45E2-483C-A406-74B63C44DD03}" srcOrd="0" destOrd="0" presId="urn:microsoft.com/office/officeart/2008/layout/NameandTitleOrganizationalChart"/>
    <dgm:cxn modelId="{2B3E617D-E37B-4D3B-8977-FCF040E11247}" type="presParOf" srcId="{0E52DC3B-45E2-483C-A406-74B63C44DD03}" destId="{4D8981D7-C78E-4A27-8AA7-25E8943F9E2D}" srcOrd="0" destOrd="0" presId="urn:microsoft.com/office/officeart/2008/layout/NameandTitleOrganizationalChart"/>
    <dgm:cxn modelId="{832B56F3-A477-4B8E-9152-88EE44A12161}" type="presParOf" srcId="{0E52DC3B-45E2-483C-A406-74B63C44DD03}" destId="{A2F7AFDA-86EB-4274-BC9B-0D0273B9676E}" srcOrd="1" destOrd="0" presId="urn:microsoft.com/office/officeart/2008/layout/NameandTitleOrganizationalChart"/>
    <dgm:cxn modelId="{59B7321D-84F4-4FC1-8EF9-6EC6AF7EF334}" type="presParOf" srcId="{0E52DC3B-45E2-483C-A406-74B63C44DD03}" destId="{48975034-1684-494C-915E-D7523B1568C4}" srcOrd="2" destOrd="0" presId="urn:microsoft.com/office/officeart/2008/layout/NameandTitleOrganizationalChart"/>
    <dgm:cxn modelId="{08788C98-FC2D-4A00-A167-067B8C1988C8}" type="presParOf" srcId="{CE2F84F4-815D-4332-9AD6-4A322FB78C46}" destId="{F930411A-D74E-4E92-8BE0-EAA7F636B055}" srcOrd="1" destOrd="0" presId="urn:microsoft.com/office/officeart/2008/layout/NameandTitleOrganizationalChart"/>
    <dgm:cxn modelId="{63FEC936-0748-4CC5-BC92-0545F2120CFE}" type="presParOf" srcId="{F930411A-D74E-4E92-8BE0-EAA7F636B055}" destId="{EAAB09E8-00B9-4D2A-8D4D-27F0F3176A40}" srcOrd="0" destOrd="0" presId="urn:microsoft.com/office/officeart/2008/layout/NameandTitleOrganizationalChart"/>
    <dgm:cxn modelId="{B8FEC2E4-4DF6-41E5-B1FE-8DC17B53680E}" type="presParOf" srcId="{F930411A-D74E-4E92-8BE0-EAA7F636B055}" destId="{AC1A0D9D-0767-4078-B436-0D36E6FBB260}" srcOrd="1" destOrd="0" presId="urn:microsoft.com/office/officeart/2008/layout/NameandTitleOrganizationalChart"/>
    <dgm:cxn modelId="{5B5B2CCC-6853-4551-8BF0-097E9B5A8E42}" type="presParOf" srcId="{AC1A0D9D-0767-4078-B436-0D36E6FBB260}" destId="{3580EA2E-64D3-4E86-8486-07BC31301AB7}" srcOrd="0" destOrd="0" presId="urn:microsoft.com/office/officeart/2008/layout/NameandTitleOrganizationalChart"/>
    <dgm:cxn modelId="{28AF0033-6FD5-4447-912F-991BD71C2A3F}" type="presParOf" srcId="{3580EA2E-64D3-4E86-8486-07BC31301AB7}" destId="{25343B94-49FB-44BB-AFF9-6C2BB17E8B5E}" srcOrd="0" destOrd="0" presId="urn:microsoft.com/office/officeart/2008/layout/NameandTitleOrganizationalChart"/>
    <dgm:cxn modelId="{BDEE2A74-5232-4E68-ADBC-8DC45DC2E8E4}" type="presParOf" srcId="{3580EA2E-64D3-4E86-8486-07BC31301AB7}" destId="{BB95E758-77D9-4392-909E-ECD227327D01}" srcOrd="1" destOrd="0" presId="urn:microsoft.com/office/officeart/2008/layout/NameandTitleOrganizationalChart"/>
    <dgm:cxn modelId="{82659558-4B90-4F5A-8D92-ED638ED04D67}" type="presParOf" srcId="{3580EA2E-64D3-4E86-8486-07BC31301AB7}" destId="{53B01AB6-84B1-4F36-9833-DA65F891A0EB}" srcOrd="2" destOrd="0" presId="urn:microsoft.com/office/officeart/2008/layout/NameandTitleOrganizationalChart"/>
    <dgm:cxn modelId="{998C9572-95EC-4CD0-A7A7-6820520275D6}" type="presParOf" srcId="{AC1A0D9D-0767-4078-B436-0D36E6FBB260}" destId="{05935EFD-490C-4082-97E4-28854BE72FE1}" srcOrd="1" destOrd="0" presId="urn:microsoft.com/office/officeart/2008/layout/NameandTitleOrganizationalChart"/>
    <dgm:cxn modelId="{45F1C3C4-6126-41A7-B099-E34C003DCA3A}" type="presParOf" srcId="{05935EFD-490C-4082-97E4-28854BE72FE1}" destId="{9DFE2D37-DFC8-4633-9B75-970E2B7DE545}" srcOrd="0" destOrd="0" presId="urn:microsoft.com/office/officeart/2008/layout/NameandTitleOrganizationalChart"/>
    <dgm:cxn modelId="{19745ED8-B134-46DD-AE47-281AC5119973}" type="presParOf" srcId="{05935EFD-490C-4082-97E4-28854BE72FE1}" destId="{2BE3EA96-7B10-446F-8974-E8CA42293E95}" srcOrd="1" destOrd="0" presId="urn:microsoft.com/office/officeart/2008/layout/NameandTitleOrganizationalChart"/>
    <dgm:cxn modelId="{AF99A643-A5F9-41ED-AF92-1CD28A5B808C}" type="presParOf" srcId="{2BE3EA96-7B10-446F-8974-E8CA42293E95}" destId="{999ADE60-FECA-41A3-95BE-486DE088C59E}" srcOrd="0" destOrd="0" presId="urn:microsoft.com/office/officeart/2008/layout/NameandTitleOrganizationalChart"/>
    <dgm:cxn modelId="{3BFD644B-997A-4609-8A5F-5E420FFAAD08}" type="presParOf" srcId="{999ADE60-FECA-41A3-95BE-486DE088C59E}" destId="{31E0648C-6AA2-4CF2-9136-2EB6D6849F75}" srcOrd="0" destOrd="0" presId="urn:microsoft.com/office/officeart/2008/layout/NameandTitleOrganizationalChart"/>
    <dgm:cxn modelId="{34F2E47C-BF1F-4D9D-8BE9-5B931B52D377}" type="presParOf" srcId="{999ADE60-FECA-41A3-95BE-486DE088C59E}" destId="{79007A5F-79F1-49C2-9557-04F9B95E435E}" srcOrd="1" destOrd="0" presId="urn:microsoft.com/office/officeart/2008/layout/NameandTitleOrganizationalChart"/>
    <dgm:cxn modelId="{1B1DC0F0-5D95-46E3-ACCE-1FB8926AB19A}" type="presParOf" srcId="{999ADE60-FECA-41A3-95BE-486DE088C59E}" destId="{77981FE5-DBCD-4869-8D12-655EDBA1FAA5}" srcOrd="2" destOrd="0" presId="urn:microsoft.com/office/officeart/2008/layout/NameandTitleOrganizationalChart"/>
    <dgm:cxn modelId="{877FCBC6-213B-474A-A797-CE6D9AE5CA41}" type="presParOf" srcId="{2BE3EA96-7B10-446F-8974-E8CA42293E95}" destId="{C7771C70-C989-4348-BB35-D64ED23747F5}" srcOrd="1" destOrd="0" presId="urn:microsoft.com/office/officeart/2008/layout/NameandTitleOrganizationalChart"/>
    <dgm:cxn modelId="{FCECA42C-E2CC-4A0F-B981-00313C7A0F32}" type="presParOf" srcId="{2BE3EA96-7B10-446F-8974-E8CA42293E95}" destId="{596F41F6-DD68-405E-8F0C-BDF9C2101DD0}" srcOrd="2" destOrd="0" presId="urn:microsoft.com/office/officeart/2008/layout/NameandTitleOrganizationalChart"/>
    <dgm:cxn modelId="{84C0C73A-3687-4211-BEBA-591D171F7184}" type="presParOf" srcId="{05935EFD-490C-4082-97E4-28854BE72FE1}" destId="{FCB3506C-C4C5-4C86-B272-226F06B81C53}" srcOrd="2" destOrd="0" presId="urn:microsoft.com/office/officeart/2008/layout/NameandTitleOrganizationalChart"/>
    <dgm:cxn modelId="{3FBD77BA-54CD-46AB-AB51-06EF687B2C50}" type="presParOf" srcId="{05935EFD-490C-4082-97E4-28854BE72FE1}" destId="{9754066E-0994-425B-A0C4-D271CA42F1E8}" srcOrd="3" destOrd="0" presId="urn:microsoft.com/office/officeart/2008/layout/NameandTitleOrganizationalChart"/>
    <dgm:cxn modelId="{55F93B06-3401-4942-894B-47BD4143E2B6}" type="presParOf" srcId="{9754066E-0994-425B-A0C4-D271CA42F1E8}" destId="{7A4677E7-5960-484B-AE71-FFB9BB18966E}" srcOrd="0" destOrd="0" presId="urn:microsoft.com/office/officeart/2008/layout/NameandTitleOrganizationalChart"/>
    <dgm:cxn modelId="{AFF76AB5-856C-47C3-84E9-FCF7C9E0F117}" type="presParOf" srcId="{7A4677E7-5960-484B-AE71-FFB9BB18966E}" destId="{B9EDA11B-C7AA-43D8-9B53-7713D2CA7FE0}" srcOrd="0" destOrd="0" presId="urn:microsoft.com/office/officeart/2008/layout/NameandTitleOrganizationalChart"/>
    <dgm:cxn modelId="{A2E26B2C-E1D4-44AB-83DA-E4CCBC3E2680}" type="presParOf" srcId="{7A4677E7-5960-484B-AE71-FFB9BB18966E}" destId="{3BAD1AEA-418A-4FF2-8C37-6E86CA4A16EC}" srcOrd="1" destOrd="0" presId="urn:microsoft.com/office/officeart/2008/layout/NameandTitleOrganizationalChart"/>
    <dgm:cxn modelId="{C0C2D06D-9B0B-4FF0-B3D4-79D768483F0E}" type="presParOf" srcId="{7A4677E7-5960-484B-AE71-FFB9BB18966E}" destId="{95D3A784-BCBB-4D00-97EF-9660389AF29E}" srcOrd="2" destOrd="0" presId="urn:microsoft.com/office/officeart/2008/layout/NameandTitleOrganizationalChart"/>
    <dgm:cxn modelId="{71DD4A7E-F526-4B3A-AEBB-BE7243BC128F}" type="presParOf" srcId="{9754066E-0994-425B-A0C4-D271CA42F1E8}" destId="{E17A4EF9-1A87-4B85-AE30-335DC18F2D8E}" srcOrd="1" destOrd="0" presId="urn:microsoft.com/office/officeart/2008/layout/NameandTitleOrganizationalChart"/>
    <dgm:cxn modelId="{AF96A712-08CA-4F11-A183-F4692639D913}" type="presParOf" srcId="{9754066E-0994-425B-A0C4-D271CA42F1E8}" destId="{03221ECE-9183-4D0D-8B39-E47C1E824BB7}" srcOrd="2" destOrd="0" presId="urn:microsoft.com/office/officeart/2008/layout/NameandTitleOrganizationalChart"/>
    <dgm:cxn modelId="{7FD72ADD-BC1E-42CE-A96F-8FB52045BD4A}" type="presParOf" srcId="{AC1A0D9D-0767-4078-B436-0D36E6FBB260}" destId="{288518B4-F4DA-4ADE-9397-894E4CB91E2F}" srcOrd="2" destOrd="0" presId="urn:microsoft.com/office/officeart/2008/layout/NameandTitleOrganizationalChart"/>
    <dgm:cxn modelId="{C8F7517A-3D7F-4E6F-8693-BDC7855978D7}" type="presParOf" srcId="{288518B4-F4DA-4ADE-9397-894E4CB91E2F}" destId="{1605AA5F-8C30-4A5E-9A9F-2073BA058232}" srcOrd="0" destOrd="0" presId="urn:microsoft.com/office/officeart/2008/layout/NameandTitleOrganizationalChart"/>
    <dgm:cxn modelId="{868EF557-3583-42AB-84D1-15BDC7D2DE88}" type="presParOf" srcId="{288518B4-F4DA-4ADE-9397-894E4CB91E2F}" destId="{6A80E95F-2038-4E48-AF8D-7D7DFFD6C56F}" srcOrd="1" destOrd="0" presId="urn:microsoft.com/office/officeart/2008/layout/NameandTitleOrganizationalChart"/>
    <dgm:cxn modelId="{A9C4EC81-A5A2-497A-B3C7-2BE9DE661318}" type="presParOf" srcId="{6A80E95F-2038-4E48-AF8D-7D7DFFD6C56F}" destId="{715CDEC8-B3C2-42A5-A25B-1FEB983FDE9D}" srcOrd="0" destOrd="0" presId="urn:microsoft.com/office/officeart/2008/layout/NameandTitleOrganizationalChart"/>
    <dgm:cxn modelId="{3FEB9071-C496-4C95-B182-825D0DC68DBB}" type="presParOf" srcId="{715CDEC8-B3C2-42A5-A25B-1FEB983FDE9D}" destId="{20DC4BF3-79E5-4DA4-9F9D-305F11603ECB}" srcOrd="0" destOrd="0" presId="urn:microsoft.com/office/officeart/2008/layout/NameandTitleOrganizationalChart"/>
    <dgm:cxn modelId="{DD6D518E-8DB2-4A87-A0BC-A62CDE47746D}" type="presParOf" srcId="{715CDEC8-B3C2-42A5-A25B-1FEB983FDE9D}" destId="{0488DDFB-00EC-416A-9B47-52C08CDA82C4}" srcOrd="1" destOrd="0" presId="urn:microsoft.com/office/officeart/2008/layout/NameandTitleOrganizationalChart"/>
    <dgm:cxn modelId="{B123A3F3-6D78-4532-BAF0-1DC5BE3E73DB}" type="presParOf" srcId="{715CDEC8-B3C2-42A5-A25B-1FEB983FDE9D}" destId="{4CDCB448-8D8B-436B-AA1E-AD9E5FB4E25C}" srcOrd="2" destOrd="0" presId="urn:microsoft.com/office/officeart/2008/layout/NameandTitleOrganizationalChart"/>
    <dgm:cxn modelId="{6B45A254-913D-42D6-BE0E-7E5FF1D81438}" type="presParOf" srcId="{6A80E95F-2038-4E48-AF8D-7D7DFFD6C56F}" destId="{0B101196-7F6C-4DAB-818A-D4E777E8AE40}" srcOrd="1" destOrd="0" presId="urn:microsoft.com/office/officeart/2008/layout/NameandTitleOrganizationalChart"/>
    <dgm:cxn modelId="{48705F65-DDDA-4038-9C6A-A0303E6F3514}" type="presParOf" srcId="{6A80E95F-2038-4E48-AF8D-7D7DFFD6C56F}" destId="{774BC6F6-574D-4AC6-8154-38890DC02EF1}" srcOrd="2" destOrd="0" presId="urn:microsoft.com/office/officeart/2008/layout/NameandTitleOrganizationalChart"/>
    <dgm:cxn modelId="{3ECC9828-1999-4768-8E00-5068BBA22DEB}" type="presParOf" srcId="{CE2F84F4-815D-4332-9AD6-4A322FB78C46}" destId="{7EA50BE4-5323-429A-ABD6-665CFC86D811}" srcOrd="2" destOrd="0" presId="urn:microsoft.com/office/officeart/2008/layout/NameandTitleOrganizationalChart"/>
    <dgm:cxn modelId="{0120FE4A-2495-4A65-8718-F0F9EFA5CE74}" type="presParOf" srcId="{A6F6BAD2-A075-4A96-AD2E-11CDE2DE0DD8}" destId="{A9AF69A3-13AE-4825-AE7F-6BED26CB4E81}" srcOrd="2" destOrd="0" presId="urn:microsoft.com/office/officeart/2008/layout/NameandTitleOrganizationalChart"/>
    <dgm:cxn modelId="{1E0731BD-533D-4C2B-A514-160015FCC6A3}" type="presParOf" srcId="{D4B6FE01-ADE3-416C-AABB-51C5F72478D7}" destId="{FCC17A70-F0AC-4286-B3AA-05C381866371}" srcOrd="2" destOrd="0" presId="urn:microsoft.com/office/officeart/2008/layout/NameandTitleOrganizationalChart"/>
  </dgm:cxnLst>
  <dgm:bg/>
  <dgm:whole/>
  <dgm:extLst>
    <a:ext uri="http://schemas.microsoft.com/office/drawing/2008/diagram">
      <dsp:dataModelExt xmlns=""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DFB07F-AC39-4CB3-B3CA-E389E512B2A4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1C625F2A-FE72-45AA-9600-CDAF3F61B844}">
      <dgm:prSet phldrT="[Texto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b="1" u="sng" dirty="0" smtClean="0">
              <a:solidFill>
                <a:schemeClr val="bg1"/>
              </a:solidFill>
            </a:rPr>
            <a:t>OBJETIVO GENERAL</a:t>
          </a:r>
        </a:p>
        <a:p>
          <a:r>
            <a:rPr lang="es-ES" dirty="0" smtClean="0">
              <a:solidFill>
                <a:schemeClr val="bg1"/>
              </a:solidFill>
            </a:rPr>
            <a:t> </a:t>
          </a:r>
          <a:r>
            <a:rPr lang="es-PE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dirty="0">
            <a:solidFill>
              <a:schemeClr val="bg1"/>
            </a:solidFill>
          </a:endParaRPr>
        </a:p>
      </dgm:t>
    </dgm:pt>
    <dgm:pt modelId="{06029871-02D0-4C17-8B34-20BE0166D3DB}" type="parTrans" cxnId="{C7B443CA-90D9-4080-A160-0A96909BE1C2}">
      <dgm:prSet/>
      <dgm:spPr/>
      <dgm:t>
        <a:bodyPr/>
        <a:lstStyle/>
        <a:p>
          <a:endParaRPr lang="es-PE"/>
        </a:p>
      </dgm:t>
    </dgm:pt>
    <dgm:pt modelId="{C763F3C8-60B7-4C05-A1CD-CA4375FA30E6}" type="sibTrans" cxnId="{C7B443CA-90D9-4080-A160-0A96909BE1C2}">
      <dgm:prSet/>
      <dgm:spPr/>
      <dgm:t>
        <a:bodyPr/>
        <a:lstStyle/>
        <a:p>
          <a:endParaRPr lang="es-PE"/>
        </a:p>
      </dgm:t>
    </dgm:pt>
    <dgm:pt modelId="{FD9D19D4-0E4C-402E-8A04-EF4DAF2BC48E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O.E.1: </a:t>
          </a:r>
        </a:p>
        <a:p>
          <a:r>
            <a:rPr lang="es-PE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dirty="0" smtClean="0">
              <a:solidFill>
                <a:schemeClr val="tx1"/>
              </a:solidFill>
            </a:rPr>
            <a:t>.</a:t>
          </a:r>
          <a:endParaRPr lang="es-PE" dirty="0"/>
        </a:p>
      </dgm:t>
    </dgm:pt>
    <dgm:pt modelId="{992659D6-BF47-40C6-9DF0-E02AD95CC809}" type="parTrans" cxnId="{E37FDFC4-0AB6-4F7E-BBCD-96B93D604D45}">
      <dgm:prSet/>
      <dgm:spPr/>
      <dgm:t>
        <a:bodyPr/>
        <a:lstStyle/>
        <a:p>
          <a:endParaRPr lang="es-PE"/>
        </a:p>
      </dgm:t>
    </dgm:pt>
    <dgm:pt modelId="{0316B9A7-EB9C-422D-A8BA-240FD791F75D}" type="sibTrans" cxnId="{E37FDFC4-0AB6-4F7E-BBCD-96B93D604D45}">
      <dgm:prSet/>
      <dgm:spPr/>
      <dgm:t>
        <a:bodyPr/>
        <a:lstStyle/>
        <a:p>
          <a:endParaRPr lang="es-PE"/>
        </a:p>
      </dgm:t>
    </dgm:pt>
    <dgm:pt modelId="{08D5F0A4-16D6-4CF1-BFB1-7409ADD1584D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O.E.2: </a:t>
          </a:r>
        </a:p>
        <a:p>
          <a:r>
            <a:rPr lang="es-PE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dirty="0">
            <a:solidFill>
              <a:schemeClr val="bg1"/>
            </a:solidFill>
          </a:endParaRPr>
        </a:p>
      </dgm:t>
    </dgm:pt>
    <dgm:pt modelId="{09A80543-08C7-4C12-B276-A28D67716154}" type="parTrans" cxnId="{F7FA1902-7A76-4216-B6C4-0AE29851ED33}">
      <dgm:prSet/>
      <dgm:spPr/>
      <dgm:t>
        <a:bodyPr/>
        <a:lstStyle/>
        <a:p>
          <a:endParaRPr lang="es-PE"/>
        </a:p>
      </dgm:t>
    </dgm:pt>
    <dgm:pt modelId="{CCFA1855-709E-4DF7-B7FA-CF40E711921A}" type="sibTrans" cxnId="{F7FA1902-7A76-4216-B6C4-0AE29851ED33}">
      <dgm:prSet/>
      <dgm:spPr/>
      <dgm:t>
        <a:bodyPr/>
        <a:lstStyle/>
        <a:p>
          <a:endParaRPr lang="es-PE"/>
        </a:p>
      </dgm:t>
    </dgm:pt>
    <dgm:pt modelId="{509F9BE9-4137-4609-9A90-3894AD1E7933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O.E.3: </a:t>
          </a:r>
        </a:p>
        <a:p>
          <a:r>
            <a:rPr lang="es-PE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dirty="0">
            <a:solidFill>
              <a:schemeClr val="bg1"/>
            </a:solidFill>
          </a:endParaRPr>
        </a:p>
      </dgm:t>
    </dgm:pt>
    <dgm:pt modelId="{6E3ABEA4-F6A7-4AC0-8B9A-1ECABBCF57CF}" type="parTrans" cxnId="{B8F3B834-93BB-40FF-8B60-609A181C58F1}">
      <dgm:prSet/>
      <dgm:spPr/>
      <dgm:t>
        <a:bodyPr/>
        <a:lstStyle/>
        <a:p>
          <a:endParaRPr lang="es-PE"/>
        </a:p>
      </dgm:t>
    </dgm:pt>
    <dgm:pt modelId="{2CB1DF59-05C1-46ED-ACF5-374BA18B7741}" type="sibTrans" cxnId="{B8F3B834-93BB-40FF-8B60-609A181C58F1}">
      <dgm:prSet/>
      <dgm:spPr/>
      <dgm:t>
        <a:bodyPr/>
        <a:lstStyle/>
        <a:p>
          <a:endParaRPr lang="es-PE"/>
        </a:p>
      </dgm:t>
    </dgm:pt>
    <dgm:pt modelId="{F76C0F11-4C30-4321-A5BC-BEBC6577D681}" type="pres">
      <dgm:prSet presAssocID="{A1DFB07F-AC39-4CB3-B3CA-E389E512B2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BF349F3A-1004-4F44-AD38-8CFEEDC0C3DC}" type="pres">
      <dgm:prSet presAssocID="{1C625F2A-FE72-45AA-9600-CDAF3F61B844}" presName="vertOne" presStyleCnt="0"/>
      <dgm:spPr/>
    </dgm:pt>
    <dgm:pt modelId="{7A88E86B-149A-4960-AD77-2DBB56F1B11C}" type="pres">
      <dgm:prSet presAssocID="{1C625F2A-FE72-45AA-9600-CDAF3F61B844}" presName="txOne" presStyleLbl="node0" presStyleIdx="0" presStyleCnt="1" custScaleX="65505" custScaleY="93144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444C9A54-DE8D-41A2-851F-2E26972DDF61}" type="pres">
      <dgm:prSet presAssocID="{1C625F2A-FE72-45AA-9600-CDAF3F61B844}" presName="parTransOne" presStyleCnt="0"/>
      <dgm:spPr/>
    </dgm:pt>
    <dgm:pt modelId="{5C794F13-355B-40D3-87B5-F7718A6D1542}" type="pres">
      <dgm:prSet presAssocID="{1C625F2A-FE72-45AA-9600-CDAF3F61B844}" presName="horzOne" presStyleCnt="0"/>
      <dgm:spPr/>
    </dgm:pt>
    <dgm:pt modelId="{BBDE8347-8D8D-4FBE-A4A0-034697DF46A5}" type="pres">
      <dgm:prSet presAssocID="{FD9D19D4-0E4C-402E-8A04-EF4DAF2BC48E}" presName="vertTwo" presStyleCnt="0"/>
      <dgm:spPr/>
    </dgm:pt>
    <dgm:pt modelId="{21467B2C-1303-4CEB-8C25-CFB598F88955}" type="pres">
      <dgm:prSet presAssocID="{FD9D19D4-0E4C-402E-8A04-EF4DAF2BC48E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D9B8416-D7A3-4890-BBA5-4D5639B69392}" type="pres">
      <dgm:prSet presAssocID="{FD9D19D4-0E4C-402E-8A04-EF4DAF2BC48E}" presName="horzTwo" presStyleCnt="0"/>
      <dgm:spPr/>
    </dgm:pt>
    <dgm:pt modelId="{92FE0A29-EBB4-49B7-900E-1CEA43574D1D}" type="pres">
      <dgm:prSet presAssocID="{0316B9A7-EB9C-422D-A8BA-240FD791F75D}" presName="sibSpaceTwo" presStyleCnt="0"/>
      <dgm:spPr/>
    </dgm:pt>
    <dgm:pt modelId="{E3FAB340-7D09-4108-AE8B-C01A1C2DBBB6}" type="pres">
      <dgm:prSet presAssocID="{08D5F0A4-16D6-4CF1-BFB1-7409ADD1584D}" presName="vertTwo" presStyleCnt="0"/>
      <dgm:spPr/>
    </dgm:pt>
    <dgm:pt modelId="{EE723D86-4C37-4804-B40B-3E76095C48F1}" type="pres">
      <dgm:prSet presAssocID="{08D5F0A4-16D6-4CF1-BFB1-7409ADD1584D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CBCFC6F7-8083-478E-B6F3-8D8ED3B32804}" type="pres">
      <dgm:prSet presAssocID="{08D5F0A4-16D6-4CF1-BFB1-7409ADD1584D}" presName="horzTwo" presStyleCnt="0"/>
      <dgm:spPr/>
    </dgm:pt>
    <dgm:pt modelId="{10787CF1-4667-44A8-86C4-7F25041C6B4D}" type="pres">
      <dgm:prSet presAssocID="{CCFA1855-709E-4DF7-B7FA-CF40E711921A}" presName="sibSpaceTwo" presStyleCnt="0"/>
      <dgm:spPr/>
    </dgm:pt>
    <dgm:pt modelId="{5DFB5A74-F72D-4591-85B1-BB91233880C5}" type="pres">
      <dgm:prSet presAssocID="{509F9BE9-4137-4609-9A90-3894AD1E7933}" presName="vertTwo" presStyleCnt="0"/>
      <dgm:spPr/>
    </dgm:pt>
    <dgm:pt modelId="{97F8B434-2F28-4662-B6C2-14B425398A98}" type="pres">
      <dgm:prSet presAssocID="{509F9BE9-4137-4609-9A90-3894AD1E7933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8DB904CB-1893-45C9-ABC5-05A874A6EDA2}" type="pres">
      <dgm:prSet presAssocID="{509F9BE9-4137-4609-9A90-3894AD1E7933}" presName="horzTwo" presStyleCnt="0"/>
      <dgm:spPr/>
    </dgm:pt>
  </dgm:ptLst>
  <dgm:cxnLst>
    <dgm:cxn modelId="{5279D04B-930E-4DE7-A7A0-A72758389925}" type="presOf" srcId="{509F9BE9-4137-4609-9A90-3894AD1E7933}" destId="{97F8B434-2F28-4662-B6C2-14B425398A98}" srcOrd="0" destOrd="0" presId="urn:microsoft.com/office/officeart/2005/8/layout/hierarchy4"/>
    <dgm:cxn modelId="{08747923-5E88-4E7A-A30B-61B8459DF116}" type="presOf" srcId="{1C625F2A-FE72-45AA-9600-CDAF3F61B844}" destId="{7A88E86B-149A-4960-AD77-2DBB56F1B11C}" srcOrd="0" destOrd="0" presId="urn:microsoft.com/office/officeart/2005/8/layout/hierarchy4"/>
    <dgm:cxn modelId="{C86B4287-43B4-49C5-AFEE-BACCC61D4483}" type="presOf" srcId="{FD9D19D4-0E4C-402E-8A04-EF4DAF2BC48E}" destId="{21467B2C-1303-4CEB-8C25-CFB598F88955}" srcOrd="0" destOrd="0" presId="urn:microsoft.com/office/officeart/2005/8/layout/hierarchy4"/>
    <dgm:cxn modelId="{F7FA1902-7A76-4216-B6C4-0AE29851ED33}" srcId="{1C625F2A-FE72-45AA-9600-CDAF3F61B844}" destId="{08D5F0A4-16D6-4CF1-BFB1-7409ADD1584D}" srcOrd="1" destOrd="0" parTransId="{09A80543-08C7-4C12-B276-A28D67716154}" sibTransId="{CCFA1855-709E-4DF7-B7FA-CF40E711921A}"/>
    <dgm:cxn modelId="{B8F3B834-93BB-40FF-8B60-609A181C58F1}" srcId="{1C625F2A-FE72-45AA-9600-CDAF3F61B844}" destId="{509F9BE9-4137-4609-9A90-3894AD1E7933}" srcOrd="2" destOrd="0" parTransId="{6E3ABEA4-F6A7-4AC0-8B9A-1ECABBCF57CF}" sibTransId="{2CB1DF59-05C1-46ED-ACF5-374BA18B7741}"/>
    <dgm:cxn modelId="{C7B443CA-90D9-4080-A160-0A96909BE1C2}" srcId="{A1DFB07F-AC39-4CB3-B3CA-E389E512B2A4}" destId="{1C625F2A-FE72-45AA-9600-CDAF3F61B844}" srcOrd="0" destOrd="0" parTransId="{06029871-02D0-4C17-8B34-20BE0166D3DB}" sibTransId="{C763F3C8-60B7-4C05-A1CD-CA4375FA30E6}"/>
    <dgm:cxn modelId="{455F1068-F58B-4703-8D8B-D7E18A272B5E}" type="presOf" srcId="{A1DFB07F-AC39-4CB3-B3CA-E389E512B2A4}" destId="{F76C0F11-4C30-4321-A5BC-BEBC6577D681}" srcOrd="0" destOrd="0" presId="urn:microsoft.com/office/officeart/2005/8/layout/hierarchy4"/>
    <dgm:cxn modelId="{755082BC-9A4D-4E5E-B16D-CAE1A40332B8}" type="presOf" srcId="{08D5F0A4-16D6-4CF1-BFB1-7409ADD1584D}" destId="{EE723D86-4C37-4804-B40B-3E76095C48F1}" srcOrd="0" destOrd="0" presId="urn:microsoft.com/office/officeart/2005/8/layout/hierarchy4"/>
    <dgm:cxn modelId="{E37FDFC4-0AB6-4F7E-BBCD-96B93D604D45}" srcId="{1C625F2A-FE72-45AA-9600-CDAF3F61B844}" destId="{FD9D19D4-0E4C-402E-8A04-EF4DAF2BC48E}" srcOrd="0" destOrd="0" parTransId="{992659D6-BF47-40C6-9DF0-E02AD95CC809}" sibTransId="{0316B9A7-EB9C-422D-A8BA-240FD791F75D}"/>
    <dgm:cxn modelId="{D7A93B3D-10C6-4C3D-97A2-B4C2C732B47F}" type="presParOf" srcId="{F76C0F11-4C30-4321-A5BC-BEBC6577D681}" destId="{BF349F3A-1004-4F44-AD38-8CFEEDC0C3DC}" srcOrd="0" destOrd="0" presId="urn:microsoft.com/office/officeart/2005/8/layout/hierarchy4"/>
    <dgm:cxn modelId="{078E0DCB-D2EA-4115-A9CD-511E70D3AEDC}" type="presParOf" srcId="{BF349F3A-1004-4F44-AD38-8CFEEDC0C3DC}" destId="{7A88E86B-149A-4960-AD77-2DBB56F1B11C}" srcOrd="0" destOrd="0" presId="urn:microsoft.com/office/officeart/2005/8/layout/hierarchy4"/>
    <dgm:cxn modelId="{47C22BF7-3553-43E8-A979-82DC982DCE7A}" type="presParOf" srcId="{BF349F3A-1004-4F44-AD38-8CFEEDC0C3DC}" destId="{444C9A54-DE8D-41A2-851F-2E26972DDF61}" srcOrd="1" destOrd="0" presId="urn:microsoft.com/office/officeart/2005/8/layout/hierarchy4"/>
    <dgm:cxn modelId="{44E38161-F66B-46B6-B0CC-8C6B3A02C0EF}" type="presParOf" srcId="{BF349F3A-1004-4F44-AD38-8CFEEDC0C3DC}" destId="{5C794F13-355B-40D3-87B5-F7718A6D1542}" srcOrd="2" destOrd="0" presId="urn:microsoft.com/office/officeart/2005/8/layout/hierarchy4"/>
    <dgm:cxn modelId="{6D6DD145-1CDD-4936-BC1A-65860B42C2EF}" type="presParOf" srcId="{5C794F13-355B-40D3-87B5-F7718A6D1542}" destId="{BBDE8347-8D8D-4FBE-A4A0-034697DF46A5}" srcOrd="0" destOrd="0" presId="urn:microsoft.com/office/officeart/2005/8/layout/hierarchy4"/>
    <dgm:cxn modelId="{DDC6028E-0659-43ED-BEE2-B6429146F812}" type="presParOf" srcId="{BBDE8347-8D8D-4FBE-A4A0-034697DF46A5}" destId="{21467B2C-1303-4CEB-8C25-CFB598F88955}" srcOrd="0" destOrd="0" presId="urn:microsoft.com/office/officeart/2005/8/layout/hierarchy4"/>
    <dgm:cxn modelId="{7DA5D64E-56C4-4CF0-BFEA-9940CCE77C21}" type="presParOf" srcId="{BBDE8347-8D8D-4FBE-A4A0-034697DF46A5}" destId="{0D9B8416-D7A3-4890-BBA5-4D5639B69392}" srcOrd="1" destOrd="0" presId="urn:microsoft.com/office/officeart/2005/8/layout/hierarchy4"/>
    <dgm:cxn modelId="{43290F79-E28A-4C7A-BC7F-AEC5BF3F5423}" type="presParOf" srcId="{5C794F13-355B-40D3-87B5-F7718A6D1542}" destId="{92FE0A29-EBB4-49B7-900E-1CEA43574D1D}" srcOrd="1" destOrd="0" presId="urn:microsoft.com/office/officeart/2005/8/layout/hierarchy4"/>
    <dgm:cxn modelId="{662398E6-091D-4207-8C12-8F06B9C4312C}" type="presParOf" srcId="{5C794F13-355B-40D3-87B5-F7718A6D1542}" destId="{E3FAB340-7D09-4108-AE8B-C01A1C2DBBB6}" srcOrd="2" destOrd="0" presId="urn:microsoft.com/office/officeart/2005/8/layout/hierarchy4"/>
    <dgm:cxn modelId="{D4B3473C-7DB1-495E-9321-07377225624B}" type="presParOf" srcId="{E3FAB340-7D09-4108-AE8B-C01A1C2DBBB6}" destId="{EE723D86-4C37-4804-B40B-3E76095C48F1}" srcOrd="0" destOrd="0" presId="urn:microsoft.com/office/officeart/2005/8/layout/hierarchy4"/>
    <dgm:cxn modelId="{A343BA3B-829A-44C0-93D9-A5A2D478D2F9}" type="presParOf" srcId="{E3FAB340-7D09-4108-AE8B-C01A1C2DBBB6}" destId="{CBCFC6F7-8083-478E-B6F3-8D8ED3B32804}" srcOrd="1" destOrd="0" presId="urn:microsoft.com/office/officeart/2005/8/layout/hierarchy4"/>
    <dgm:cxn modelId="{8A90CE29-BB05-4E43-9948-CF91F1A75619}" type="presParOf" srcId="{5C794F13-355B-40D3-87B5-F7718A6D1542}" destId="{10787CF1-4667-44A8-86C4-7F25041C6B4D}" srcOrd="3" destOrd="0" presId="urn:microsoft.com/office/officeart/2005/8/layout/hierarchy4"/>
    <dgm:cxn modelId="{9900FFA8-9066-422D-B1C4-AD206E2F8949}" type="presParOf" srcId="{5C794F13-355B-40D3-87B5-F7718A6D1542}" destId="{5DFB5A74-F72D-4591-85B1-BB91233880C5}" srcOrd="4" destOrd="0" presId="urn:microsoft.com/office/officeart/2005/8/layout/hierarchy4"/>
    <dgm:cxn modelId="{8A628441-FCC6-4C6C-99E8-B306F6450ECC}" type="presParOf" srcId="{5DFB5A74-F72D-4591-85B1-BB91233880C5}" destId="{97F8B434-2F28-4662-B6C2-14B425398A98}" srcOrd="0" destOrd="0" presId="urn:microsoft.com/office/officeart/2005/8/layout/hierarchy4"/>
    <dgm:cxn modelId="{9AAFF07C-A079-474F-88C7-0CCB5DF2A24C}" type="presParOf" srcId="{5DFB5A74-F72D-4591-85B1-BB91233880C5}" destId="{8DB904CB-1893-45C9-ABC5-05A874A6EDA2}" srcOrd="1" destOrd="0" presId="urn:microsoft.com/office/officeart/2005/8/layout/hierarchy4"/>
  </dgm:cxnLst>
  <dgm:bg/>
  <dgm:whole/>
  <dgm:extLst>
    <a:ext uri="http://schemas.microsoft.com/office/drawing/2008/diagram">
      <dsp:dataModelExt xmlns=""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A19C89-BCFD-4CB9-B68A-93AC208C27C9}" type="doc">
      <dgm:prSet loTypeId="urn:microsoft.com/office/officeart/2005/8/layout/pyramid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s-PE"/>
        </a:p>
      </dgm:t>
    </dgm:pt>
    <dgm:pt modelId="{CE41B67D-61B1-4804-9860-440752F7E5CF}">
      <dgm:prSet phldrT="[Texto]" custT="1"/>
      <dgm:spPr/>
      <dgm:t>
        <a:bodyPr/>
        <a:lstStyle/>
        <a:p>
          <a:r>
            <a:rPr lang="es-PE" sz="1400" i="1" dirty="0" smtClean="0"/>
            <a:t>Aprobación de los entregables del macro proceso de logística</a:t>
          </a:r>
          <a:endParaRPr lang="es-PE" sz="1400" i="1" dirty="0"/>
        </a:p>
      </dgm:t>
    </dgm:pt>
    <dgm:pt modelId="{0EB73162-11B4-42DA-BBE2-B8239964FA90}" type="parTrans" cxnId="{7B5B1928-4665-4353-B5B6-63950F9E2C93}">
      <dgm:prSet/>
      <dgm:spPr/>
      <dgm:t>
        <a:bodyPr/>
        <a:lstStyle/>
        <a:p>
          <a:endParaRPr lang="es-PE"/>
        </a:p>
      </dgm:t>
    </dgm:pt>
    <dgm:pt modelId="{3A48794A-1B9E-49A0-9E1B-049406638D94}" type="sibTrans" cxnId="{7B5B1928-4665-4353-B5B6-63950F9E2C93}">
      <dgm:prSet/>
      <dgm:spPr/>
      <dgm:t>
        <a:bodyPr/>
        <a:lstStyle/>
        <a:p>
          <a:endParaRPr lang="es-PE"/>
        </a:p>
      </dgm:t>
    </dgm:pt>
    <dgm:pt modelId="{458F19B8-BF5C-469C-ADC5-E0521236523B}">
      <dgm:prSet phldrT="[Texto]" custT="1"/>
      <dgm:spPr/>
      <dgm:t>
        <a:bodyPr/>
        <a:lstStyle/>
        <a:p>
          <a:r>
            <a:rPr lang="es-PE" sz="1400" i="1" dirty="0" smtClean="0"/>
            <a:t>Aprobación de la arquitectura de procesos definida por el equipo de proyecto</a:t>
          </a:r>
          <a:endParaRPr lang="es-PE" sz="1400" i="1" dirty="0"/>
        </a:p>
      </dgm:t>
    </dgm:pt>
    <dgm:pt modelId="{F086A113-B829-469E-BF3D-F58B2107789D}" type="parTrans" cxnId="{0E28C955-A2F7-4B72-8ACC-74BF6C74051C}">
      <dgm:prSet/>
      <dgm:spPr/>
      <dgm:t>
        <a:bodyPr/>
        <a:lstStyle/>
        <a:p>
          <a:endParaRPr lang="es-PE"/>
        </a:p>
      </dgm:t>
    </dgm:pt>
    <dgm:pt modelId="{469B9042-0577-4102-B005-0E2703A34F24}" type="sibTrans" cxnId="{0E28C955-A2F7-4B72-8ACC-74BF6C74051C}">
      <dgm:prSet/>
      <dgm:spPr/>
      <dgm:t>
        <a:bodyPr/>
        <a:lstStyle/>
        <a:p>
          <a:endParaRPr lang="es-PE"/>
        </a:p>
      </dgm:t>
    </dgm:pt>
    <dgm:pt modelId="{97F17859-4C9B-4C87-BFA7-8ACD69F2994A}">
      <dgm:prSet phldrT="[Texto]" custT="1"/>
      <dgm:spPr/>
      <dgm:t>
        <a:bodyPr/>
        <a:lstStyle/>
        <a:p>
          <a:r>
            <a:rPr lang="es-PE" sz="1400" i="1" dirty="0" smtClean="0"/>
            <a:t>Aprobación de la descomposición funcional del macro proceso de logística</a:t>
          </a:r>
          <a:endParaRPr lang="es-PE" sz="1400" i="1" dirty="0"/>
        </a:p>
      </dgm:t>
    </dgm:pt>
    <dgm:pt modelId="{033CB4D1-2A68-4EA5-8B2E-E693B1C735A3}" type="parTrans" cxnId="{C653CB8D-05E5-411A-8905-B56CF855821A}">
      <dgm:prSet/>
      <dgm:spPr/>
      <dgm:t>
        <a:bodyPr/>
        <a:lstStyle/>
        <a:p>
          <a:endParaRPr lang="es-PE"/>
        </a:p>
      </dgm:t>
    </dgm:pt>
    <dgm:pt modelId="{DBFF7CA2-3A44-4658-B89D-08BD180B6920}" type="sibTrans" cxnId="{C653CB8D-05E5-411A-8905-B56CF855821A}">
      <dgm:prSet/>
      <dgm:spPr/>
      <dgm:t>
        <a:bodyPr/>
        <a:lstStyle/>
        <a:p>
          <a:endParaRPr lang="es-PE"/>
        </a:p>
      </dgm:t>
    </dgm:pt>
    <dgm:pt modelId="{0FBB877D-B78D-47F7-92F6-75F96A56B468}" type="pres">
      <dgm:prSet presAssocID="{34A19C89-BCFD-4CB9-B68A-93AC208C27C9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s-PE"/>
        </a:p>
      </dgm:t>
    </dgm:pt>
    <dgm:pt modelId="{AB82A649-583F-4229-AB98-8BB80644F02D}" type="pres">
      <dgm:prSet presAssocID="{34A19C89-BCFD-4CB9-B68A-93AC208C27C9}" presName="pyramid" presStyleLbl="node1" presStyleIdx="0" presStyleCnt="1" custScaleX="113174" custLinFactNeighborX="20592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s-PE"/>
        </a:p>
      </dgm:t>
    </dgm:pt>
    <dgm:pt modelId="{F081B069-C6AB-48D7-856E-1C35F84927FC}" type="pres">
      <dgm:prSet presAssocID="{34A19C89-BCFD-4CB9-B68A-93AC208C27C9}" presName="theList" presStyleCnt="0"/>
      <dgm:spPr/>
    </dgm:pt>
    <dgm:pt modelId="{DB2B4006-310A-4229-9C24-7B1582A56690}" type="pres">
      <dgm:prSet presAssocID="{CE41B67D-61B1-4804-9860-440752F7E5CF}" presName="aNode" presStyleLbl="fgAcc1" presStyleIdx="0" presStyleCnt="3" custScaleX="176474" custLinFactNeighborX="-18563" custLinFactNeighborY="7848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83E5198-8511-4BCA-BCF1-980C5792918B}" type="pres">
      <dgm:prSet presAssocID="{CE41B67D-61B1-4804-9860-440752F7E5CF}" presName="aSpace" presStyleCnt="0"/>
      <dgm:spPr/>
    </dgm:pt>
    <dgm:pt modelId="{2DA0A7AD-E180-4265-A092-5FFE4819E2D5}" type="pres">
      <dgm:prSet presAssocID="{458F19B8-BF5C-469C-ADC5-E0521236523B}" presName="aNode" presStyleLbl="fgAcc1" presStyleIdx="1" presStyleCnt="3" custScaleX="177073" custLinFactY="4882" custLinFactNeighborX="-18263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E54D2C0-15D4-4123-9310-46E0E837339E}" type="pres">
      <dgm:prSet presAssocID="{458F19B8-BF5C-469C-ADC5-E0521236523B}" presName="aSpace" presStyleCnt="0"/>
      <dgm:spPr/>
    </dgm:pt>
    <dgm:pt modelId="{C76BA95A-D8CD-4B0E-8B33-DE33A06D4E07}" type="pres">
      <dgm:prSet presAssocID="{97F17859-4C9B-4C87-BFA7-8ACD69F2994A}" presName="aNode" presStyleLbl="fgAcc1" presStyleIdx="2" presStyleCnt="3" custScaleX="177372" custLinFactY="12453" custLinFactNeighborX="-18114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5C2BCD9-DCAD-416A-A232-B5BBD9997F20}" type="pres">
      <dgm:prSet presAssocID="{97F17859-4C9B-4C87-BFA7-8ACD69F2994A}" presName="aSpace" presStyleCnt="0"/>
      <dgm:spPr/>
    </dgm:pt>
  </dgm:ptLst>
  <dgm:cxnLst>
    <dgm:cxn modelId="{0E28C955-A2F7-4B72-8ACC-74BF6C74051C}" srcId="{34A19C89-BCFD-4CB9-B68A-93AC208C27C9}" destId="{458F19B8-BF5C-469C-ADC5-E0521236523B}" srcOrd="1" destOrd="0" parTransId="{F086A113-B829-469E-BF3D-F58B2107789D}" sibTransId="{469B9042-0577-4102-B005-0E2703A34F24}"/>
    <dgm:cxn modelId="{7B5B1928-4665-4353-B5B6-63950F9E2C93}" srcId="{34A19C89-BCFD-4CB9-B68A-93AC208C27C9}" destId="{CE41B67D-61B1-4804-9860-440752F7E5CF}" srcOrd="0" destOrd="0" parTransId="{0EB73162-11B4-42DA-BBE2-B8239964FA90}" sibTransId="{3A48794A-1B9E-49A0-9E1B-049406638D94}"/>
    <dgm:cxn modelId="{800173F2-AD5F-4DB0-9735-99AD05D5627F}" type="presOf" srcId="{34A19C89-BCFD-4CB9-B68A-93AC208C27C9}" destId="{0FBB877D-B78D-47F7-92F6-75F96A56B468}" srcOrd="0" destOrd="0" presId="urn:microsoft.com/office/officeart/2005/8/layout/pyramid2"/>
    <dgm:cxn modelId="{223B03E2-6B64-40E1-BF7A-CD3193409F8D}" type="presOf" srcId="{CE41B67D-61B1-4804-9860-440752F7E5CF}" destId="{DB2B4006-310A-4229-9C24-7B1582A56690}" srcOrd="0" destOrd="0" presId="urn:microsoft.com/office/officeart/2005/8/layout/pyramid2"/>
    <dgm:cxn modelId="{20507998-9710-4F67-BCBD-6D4D5C948F86}" type="presOf" srcId="{458F19B8-BF5C-469C-ADC5-E0521236523B}" destId="{2DA0A7AD-E180-4265-A092-5FFE4819E2D5}" srcOrd="0" destOrd="0" presId="urn:microsoft.com/office/officeart/2005/8/layout/pyramid2"/>
    <dgm:cxn modelId="{8D9E9A44-09AF-4A01-8EEC-AB9B45E2AB38}" type="presOf" srcId="{97F17859-4C9B-4C87-BFA7-8ACD69F2994A}" destId="{C76BA95A-D8CD-4B0E-8B33-DE33A06D4E07}" srcOrd="0" destOrd="0" presId="urn:microsoft.com/office/officeart/2005/8/layout/pyramid2"/>
    <dgm:cxn modelId="{C653CB8D-05E5-411A-8905-B56CF855821A}" srcId="{34A19C89-BCFD-4CB9-B68A-93AC208C27C9}" destId="{97F17859-4C9B-4C87-BFA7-8ACD69F2994A}" srcOrd="2" destOrd="0" parTransId="{033CB4D1-2A68-4EA5-8B2E-E693B1C735A3}" sibTransId="{DBFF7CA2-3A44-4658-B89D-08BD180B6920}"/>
    <dgm:cxn modelId="{25F56A73-1F6D-491A-A25F-F6457020C4FE}" type="presParOf" srcId="{0FBB877D-B78D-47F7-92F6-75F96A56B468}" destId="{AB82A649-583F-4229-AB98-8BB80644F02D}" srcOrd="0" destOrd="0" presId="urn:microsoft.com/office/officeart/2005/8/layout/pyramid2"/>
    <dgm:cxn modelId="{8A4DB902-AE80-47AD-9C65-F9339E16B8A6}" type="presParOf" srcId="{0FBB877D-B78D-47F7-92F6-75F96A56B468}" destId="{F081B069-C6AB-48D7-856E-1C35F84927FC}" srcOrd="1" destOrd="0" presId="urn:microsoft.com/office/officeart/2005/8/layout/pyramid2"/>
    <dgm:cxn modelId="{7BC75026-FFBE-4AF0-B10E-A748A8198FEE}" type="presParOf" srcId="{F081B069-C6AB-48D7-856E-1C35F84927FC}" destId="{DB2B4006-310A-4229-9C24-7B1582A56690}" srcOrd="0" destOrd="0" presId="urn:microsoft.com/office/officeart/2005/8/layout/pyramid2"/>
    <dgm:cxn modelId="{7AF29B14-B1AB-4052-9F33-254AB20A76F3}" type="presParOf" srcId="{F081B069-C6AB-48D7-856E-1C35F84927FC}" destId="{283E5198-8511-4BCA-BCF1-980C5792918B}" srcOrd="1" destOrd="0" presId="urn:microsoft.com/office/officeart/2005/8/layout/pyramid2"/>
    <dgm:cxn modelId="{5EEBB08E-44AC-4503-B793-924C4EB2A841}" type="presParOf" srcId="{F081B069-C6AB-48D7-856E-1C35F84927FC}" destId="{2DA0A7AD-E180-4265-A092-5FFE4819E2D5}" srcOrd="2" destOrd="0" presId="urn:microsoft.com/office/officeart/2005/8/layout/pyramid2"/>
    <dgm:cxn modelId="{6EE40148-E388-4396-8422-8A28DA5E6A94}" type="presParOf" srcId="{F081B069-C6AB-48D7-856E-1C35F84927FC}" destId="{BE54D2C0-15D4-4123-9310-46E0E837339E}" srcOrd="3" destOrd="0" presId="urn:microsoft.com/office/officeart/2005/8/layout/pyramid2"/>
    <dgm:cxn modelId="{27EC8282-7BC2-44FC-B7B3-3AF9441F71B4}" type="presParOf" srcId="{F081B069-C6AB-48D7-856E-1C35F84927FC}" destId="{C76BA95A-D8CD-4B0E-8B33-DE33A06D4E07}" srcOrd="4" destOrd="0" presId="urn:microsoft.com/office/officeart/2005/8/layout/pyramid2"/>
    <dgm:cxn modelId="{E170597F-C2F4-4BA2-B398-E04577D0C239}" type="presParOf" srcId="{F081B069-C6AB-48D7-856E-1C35F84927FC}" destId="{55C2BCD9-DCAD-416A-A232-B5BBD9997F20}" srcOrd="5" destOrd="0" presId="urn:microsoft.com/office/officeart/2005/8/layout/pyramid2"/>
  </dgm:cxnLst>
  <dgm:bg/>
  <dgm:whole/>
  <dgm:extLst>
    <a:ext uri="http://schemas.microsoft.com/office/drawing/2008/diagram">
      <dsp:dataModelExt xmlns=""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0EFE5-0448-42CD-8D69-1F71A75152AE}">
      <dsp:nvSpPr>
        <dsp:cNvPr id="0" name=""/>
        <dsp:cNvSpPr/>
      </dsp:nvSpPr>
      <dsp:spPr>
        <a:xfrm>
          <a:off x="-5208123" y="-798064"/>
          <a:ext cx="6204640" cy="6204640"/>
        </a:xfrm>
        <a:prstGeom prst="blockArc">
          <a:avLst>
            <a:gd name="adj1" fmla="val 18900000"/>
            <a:gd name="adj2" fmla="val 2700000"/>
            <a:gd name="adj3" fmla="val 348"/>
          </a:avLst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D2D9-D3FB-45A8-8F82-40A57DBE13E4}">
      <dsp:nvSpPr>
        <dsp:cNvPr id="0" name=""/>
        <dsp:cNvSpPr/>
      </dsp:nvSpPr>
      <dsp:spPr>
        <a:xfrm>
          <a:off x="323287" y="209502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1. </a:t>
          </a:r>
          <a:r>
            <a:rPr lang="en-US" sz="2200" kern="1200" dirty="0" err="1" smtClean="0"/>
            <a:t>Justificación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323287" y="209502"/>
        <a:ext cx="5711189" cy="418821"/>
      </dsp:txXfrm>
    </dsp:sp>
    <dsp:sp modelId="{1484E36B-8BEA-4E9D-820F-D0ED1A6F8F76}">
      <dsp:nvSpPr>
        <dsp:cNvPr id="0" name=""/>
        <dsp:cNvSpPr/>
      </dsp:nvSpPr>
      <dsp:spPr>
        <a:xfrm>
          <a:off x="61523" y="157150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85711-6894-4497-9292-DA88DCACD5F3}">
      <dsp:nvSpPr>
        <dsp:cNvPr id="0" name=""/>
        <dsp:cNvSpPr/>
      </dsp:nvSpPr>
      <dsp:spPr>
        <a:xfrm>
          <a:off x="702567" y="838103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2. </a:t>
          </a:r>
          <a:r>
            <a:rPr lang="en-US" sz="2200" kern="1200" dirty="0" err="1" smtClean="0"/>
            <a:t>Gestión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Logística</a:t>
          </a:r>
          <a:endParaRPr lang="es-PE" sz="2200" kern="1200" dirty="0"/>
        </a:p>
      </dsp:txBody>
      <dsp:txXfrm>
        <a:off x="702567" y="838103"/>
        <a:ext cx="5331908" cy="418821"/>
      </dsp:txXfrm>
    </dsp:sp>
    <dsp:sp modelId="{EAF72EFF-7453-40BC-BEA1-5B6EE4048137}">
      <dsp:nvSpPr>
        <dsp:cNvPr id="0" name=""/>
        <dsp:cNvSpPr/>
      </dsp:nvSpPr>
      <dsp:spPr>
        <a:xfrm>
          <a:off x="440804" y="78575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0D773-1F96-4FE8-8D6B-FC58A59AE354}">
      <dsp:nvSpPr>
        <dsp:cNvPr id="0" name=""/>
        <dsp:cNvSpPr/>
      </dsp:nvSpPr>
      <dsp:spPr>
        <a:xfrm>
          <a:off x="910411" y="1466244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3. </a:t>
          </a:r>
          <a:r>
            <a:rPr lang="en-US" sz="2200" kern="1200" dirty="0" err="1" smtClean="0"/>
            <a:t>Equipo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10411" y="1466244"/>
        <a:ext cx="5124064" cy="418821"/>
      </dsp:txXfrm>
    </dsp:sp>
    <dsp:sp modelId="{09E36F80-1C9D-4AE9-ADDE-47B7A6837EB4}">
      <dsp:nvSpPr>
        <dsp:cNvPr id="0" name=""/>
        <dsp:cNvSpPr/>
      </dsp:nvSpPr>
      <dsp:spPr>
        <a:xfrm>
          <a:off x="648648" y="141389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A7552-EF4E-4AA2-89DF-6640E90E6ACE}">
      <dsp:nvSpPr>
        <dsp:cNvPr id="0" name=""/>
        <dsp:cNvSpPr/>
      </dsp:nvSpPr>
      <dsp:spPr>
        <a:xfrm>
          <a:off x="976774" y="2094845"/>
          <a:ext cx="5057702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4. </a:t>
          </a:r>
          <a:r>
            <a:rPr lang="en-US" sz="2200" kern="1200" dirty="0" err="1" smtClean="0"/>
            <a:t>Objetivos</a:t>
          </a:r>
          <a:r>
            <a:rPr lang="en-US" sz="2200" kern="1200" dirty="0" smtClean="0"/>
            <a:t> del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76774" y="2094845"/>
        <a:ext cx="5057702" cy="418821"/>
      </dsp:txXfrm>
    </dsp:sp>
    <dsp:sp modelId="{7B9A10F3-E993-4FF6-B35A-F0EBDE1F76E2}">
      <dsp:nvSpPr>
        <dsp:cNvPr id="0" name=""/>
        <dsp:cNvSpPr/>
      </dsp:nvSpPr>
      <dsp:spPr>
        <a:xfrm>
          <a:off x="715010" y="2042492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B2FFE-75EA-4CE9-9FFB-C9DC7537AEF7}">
      <dsp:nvSpPr>
        <dsp:cNvPr id="0" name=""/>
        <dsp:cNvSpPr/>
      </dsp:nvSpPr>
      <dsp:spPr>
        <a:xfrm>
          <a:off x="910411" y="2723446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5. </a:t>
          </a:r>
          <a:r>
            <a:rPr lang="en-US" sz="2200" kern="1200" dirty="0" err="1" smtClean="0"/>
            <a:t>Criterios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éxito</a:t>
          </a:r>
          <a:endParaRPr lang="es-PE" sz="2200" kern="1200" dirty="0"/>
        </a:p>
      </dsp:txBody>
      <dsp:txXfrm>
        <a:off x="910411" y="2723446"/>
        <a:ext cx="5124064" cy="418821"/>
      </dsp:txXfrm>
    </dsp:sp>
    <dsp:sp modelId="{A5CF7F2E-7E03-42B9-B5F0-138D165D2D51}">
      <dsp:nvSpPr>
        <dsp:cNvPr id="0" name=""/>
        <dsp:cNvSpPr/>
      </dsp:nvSpPr>
      <dsp:spPr>
        <a:xfrm>
          <a:off x="648648" y="267109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69DFC-5364-42D6-9771-3900F1D69A3A}">
      <dsp:nvSpPr>
        <dsp:cNvPr id="0" name=""/>
        <dsp:cNvSpPr/>
      </dsp:nvSpPr>
      <dsp:spPr>
        <a:xfrm>
          <a:off x="702567" y="3351586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6. </a:t>
          </a:r>
          <a:r>
            <a:rPr lang="en-US" sz="2200" kern="1200" dirty="0" err="1" smtClean="0"/>
            <a:t>Riesgos</a:t>
          </a:r>
          <a:endParaRPr lang="es-PE" sz="2200" kern="1200" dirty="0"/>
        </a:p>
      </dsp:txBody>
      <dsp:txXfrm>
        <a:off x="702567" y="3351586"/>
        <a:ext cx="5331908" cy="418821"/>
      </dsp:txXfrm>
    </dsp:sp>
    <dsp:sp modelId="{2E56FAF2-3B3D-4A76-A061-54B6BD4803B5}">
      <dsp:nvSpPr>
        <dsp:cNvPr id="0" name=""/>
        <dsp:cNvSpPr/>
      </dsp:nvSpPr>
      <dsp:spPr>
        <a:xfrm>
          <a:off x="440804" y="329923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C0F23-F3AF-4281-826B-5C4C834502D3}">
      <dsp:nvSpPr>
        <dsp:cNvPr id="0" name=""/>
        <dsp:cNvSpPr/>
      </dsp:nvSpPr>
      <dsp:spPr>
        <a:xfrm>
          <a:off x="323287" y="3980187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7. </a:t>
          </a:r>
          <a:r>
            <a:rPr lang="en-US" sz="2200" kern="1200" dirty="0" err="1" smtClean="0"/>
            <a:t>Cronograma</a:t>
          </a:r>
          <a:endParaRPr lang="es-PE" sz="2200" kern="1200" dirty="0"/>
        </a:p>
      </dsp:txBody>
      <dsp:txXfrm>
        <a:off x="323287" y="3980187"/>
        <a:ext cx="5711189" cy="418821"/>
      </dsp:txXfrm>
    </dsp:sp>
    <dsp:sp modelId="{059A2045-7F27-443A-9FBE-A7E1FC43CE61}">
      <dsp:nvSpPr>
        <dsp:cNvPr id="0" name=""/>
        <dsp:cNvSpPr/>
      </dsp:nvSpPr>
      <dsp:spPr>
        <a:xfrm>
          <a:off x="61523" y="3927834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5AA5F-8C30-4A5E-9A9F-2073BA058232}">
      <dsp:nvSpPr>
        <dsp:cNvPr id="0" name=""/>
        <dsp:cNvSpPr/>
      </dsp:nvSpPr>
      <dsp:spPr>
        <a:xfrm>
          <a:off x="2752738" y="2915326"/>
          <a:ext cx="300163" cy="897217"/>
        </a:xfrm>
        <a:custGeom>
          <a:avLst/>
          <a:gdLst/>
          <a:ahLst/>
          <a:cxnLst/>
          <a:rect l="0" t="0" r="0" b="0"/>
          <a:pathLst>
            <a:path>
              <a:moveTo>
                <a:pt x="300163" y="0"/>
              </a:moveTo>
              <a:lnTo>
                <a:pt x="300163" y="897217"/>
              </a:lnTo>
              <a:lnTo>
                <a:pt x="0" y="89721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3506C-C4C5-4C86-B272-226F06B81C53}">
      <dsp:nvSpPr>
        <dsp:cNvPr id="0" name=""/>
        <dsp:cNvSpPr/>
      </dsp:nvSpPr>
      <dsp:spPr>
        <a:xfrm>
          <a:off x="3052902" y="2915326"/>
          <a:ext cx="1021806" cy="16433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1851"/>
              </a:lnTo>
              <a:lnTo>
                <a:pt x="1021806" y="1481851"/>
              </a:lnTo>
              <a:lnTo>
                <a:pt x="1021806" y="16433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E2D37-DFC8-4633-9B75-970E2B7DE545}">
      <dsp:nvSpPr>
        <dsp:cNvPr id="0" name=""/>
        <dsp:cNvSpPr/>
      </dsp:nvSpPr>
      <dsp:spPr>
        <a:xfrm>
          <a:off x="2091940" y="2915326"/>
          <a:ext cx="960962" cy="1643395"/>
        </a:xfrm>
        <a:custGeom>
          <a:avLst/>
          <a:gdLst/>
          <a:ahLst/>
          <a:cxnLst/>
          <a:rect l="0" t="0" r="0" b="0"/>
          <a:pathLst>
            <a:path>
              <a:moveTo>
                <a:pt x="960962" y="0"/>
              </a:moveTo>
              <a:lnTo>
                <a:pt x="960962" y="1481851"/>
              </a:lnTo>
              <a:lnTo>
                <a:pt x="0" y="1481851"/>
              </a:lnTo>
              <a:lnTo>
                <a:pt x="0" y="16433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B09E8-00B9-4D2A-8D4D-27F0F3176A40}">
      <dsp:nvSpPr>
        <dsp:cNvPr id="0" name=""/>
        <dsp:cNvSpPr/>
      </dsp:nvSpPr>
      <dsp:spPr>
        <a:xfrm>
          <a:off x="3007182" y="1909982"/>
          <a:ext cx="91440" cy="313014"/>
        </a:xfrm>
        <a:custGeom>
          <a:avLst/>
          <a:gdLst/>
          <a:ahLst/>
          <a:cxnLst/>
          <a:rect l="0" t="0" r="0" b="0"/>
          <a:pathLst>
            <a:path>
              <a:moveTo>
                <a:pt x="46587" y="0"/>
              </a:moveTo>
              <a:lnTo>
                <a:pt x="46587" y="151470"/>
              </a:lnTo>
              <a:lnTo>
                <a:pt x="45720" y="151470"/>
              </a:lnTo>
              <a:lnTo>
                <a:pt x="45720" y="3130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14361-BB6E-47CD-8B5A-440BC7E0D3FC}">
      <dsp:nvSpPr>
        <dsp:cNvPr id="0" name=""/>
        <dsp:cNvSpPr/>
      </dsp:nvSpPr>
      <dsp:spPr>
        <a:xfrm>
          <a:off x="3008049" y="893950"/>
          <a:ext cx="91440" cy="323702"/>
        </a:xfrm>
        <a:custGeom>
          <a:avLst/>
          <a:gdLst/>
          <a:ahLst/>
          <a:cxnLst/>
          <a:rect l="0" t="0" r="0" b="0"/>
          <a:pathLst>
            <a:path>
              <a:moveTo>
                <a:pt x="48654" y="0"/>
              </a:moveTo>
              <a:lnTo>
                <a:pt x="48654" y="162158"/>
              </a:lnTo>
              <a:lnTo>
                <a:pt x="45720" y="162158"/>
              </a:lnTo>
              <a:lnTo>
                <a:pt x="45720" y="3237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A78C60-F444-45B5-9186-37528D72A7D2}">
      <dsp:nvSpPr>
        <dsp:cNvPr id="0" name=""/>
        <dsp:cNvSpPr/>
      </dsp:nvSpPr>
      <dsp:spPr>
        <a:xfrm>
          <a:off x="2160235" y="0"/>
          <a:ext cx="1792937" cy="8939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9769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Jorge Cabrera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Rosario Villalta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Carlos </a:t>
          </a:r>
          <a:r>
            <a:rPr lang="es-PE" sz="1000" kern="1200" dirty="0" smtClean="0"/>
            <a:t>Raymundo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err="1" smtClean="0"/>
            <a:t>Maria</a:t>
          </a:r>
          <a:r>
            <a:rPr lang="es-PE" sz="1000" kern="1200" dirty="0" smtClean="0"/>
            <a:t> Hilda Bermejo</a:t>
          </a:r>
          <a:endParaRPr lang="es-PE" sz="1000" kern="1200" dirty="0" smtClean="0"/>
        </a:p>
      </dsp:txBody>
      <dsp:txXfrm>
        <a:off x="2160235" y="0"/>
        <a:ext cx="1792937" cy="893950"/>
      </dsp:txXfrm>
    </dsp:sp>
    <dsp:sp modelId="{236748A3-D9B4-4A21-B6C5-790B167C0A3D}">
      <dsp:nvSpPr>
        <dsp:cNvPr id="0" name=""/>
        <dsp:cNvSpPr/>
      </dsp:nvSpPr>
      <dsp:spPr>
        <a:xfrm>
          <a:off x="2742880" y="801140"/>
          <a:ext cx="1447253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Comité</a:t>
          </a:r>
          <a:r>
            <a:rPr lang="en-US" sz="1200" b="1" kern="1200" dirty="0" smtClean="0"/>
            <a:t> de</a:t>
          </a:r>
          <a:r>
            <a:rPr lang="en-US" sz="1400" b="1" kern="1200" dirty="0" smtClean="0"/>
            <a:t> </a:t>
          </a:r>
          <a:r>
            <a:rPr lang="en-US" sz="1200" b="1" kern="1200" dirty="0" err="1" smtClean="0"/>
            <a:t>Proyectos</a:t>
          </a:r>
          <a:endParaRPr lang="en-US" sz="1400" b="1" kern="1200" dirty="0" smtClean="0"/>
        </a:p>
      </dsp:txBody>
      <dsp:txXfrm>
        <a:off x="2742880" y="801140"/>
        <a:ext cx="1447253" cy="230776"/>
      </dsp:txXfrm>
    </dsp:sp>
    <dsp:sp modelId="{4D8981D7-C78E-4A27-8AA7-25E8943F9E2D}">
      <dsp:nvSpPr>
        <dsp:cNvPr id="0" name=""/>
        <dsp:cNvSpPr/>
      </dsp:nvSpPr>
      <dsp:spPr>
        <a:xfrm>
          <a:off x="2385182" y="1217652"/>
          <a:ext cx="1337174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Jimmy </a:t>
          </a:r>
          <a:r>
            <a:rPr lang="en-US" sz="1200" kern="1200" dirty="0" err="1" smtClean="0"/>
            <a:t>Armas</a:t>
          </a:r>
          <a:endParaRPr lang="en-US" sz="1200" kern="1200" dirty="0"/>
        </a:p>
      </dsp:txBody>
      <dsp:txXfrm>
        <a:off x="2385182" y="1217652"/>
        <a:ext cx="1337174" cy="692329"/>
      </dsp:txXfrm>
    </dsp:sp>
    <dsp:sp modelId="{A2F7AFDA-86EB-4274-BC9B-0D0273B9676E}">
      <dsp:nvSpPr>
        <dsp:cNvPr id="0" name=""/>
        <dsp:cNvSpPr/>
      </dsp:nvSpPr>
      <dsp:spPr>
        <a:xfrm>
          <a:off x="2658887" y="1724643"/>
          <a:ext cx="1275424" cy="2937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err="1" smtClean="0"/>
            <a:t>Gerente</a:t>
          </a:r>
          <a:r>
            <a:rPr lang="en-US" sz="1100" b="1" kern="1200" dirty="0" smtClean="0"/>
            <a:t> General </a:t>
          </a:r>
          <a:r>
            <a:rPr lang="en-US" sz="1100" b="1" kern="1200" dirty="0" err="1" smtClean="0"/>
            <a:t>Bankmin</a:t>
          </a:r>
          <a:endParaRPr lang="en-US" sz="1100" b="1" kern="1200" dirty="0"/>
        </a:p>
      </dsp:txBody>
      <dsp:txXfrm>
        <a:off x="2658887" y="1724643"/>
        <a:ext cx="1275424" cy="293750"/>
      </dsp:txXfrm>
    </dsp:sp>
    <dsp:sp modelId="{25343B94-49FB-44BB-AFF9-6C2BB17E8B5E}">
      <dsp:nvSpPr>
        <dsp:cNvPr id="0" name=""/>
        <dsp:cNvSpPr/>
      </dsp:nvSpPr>
      <dsp:spPr>
        <a:xfrm>
          <a:off x="2384315" y="2222996"/>
          <a:ext cx="1337174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Kaya</a:t>
          </a:r>
          <a:r>
            <a:rPr lang="en-US" sz="1200" kern="1200" dirty="0" smtClean="0"/>
            <a:t> Marina</a:t>
          </a:r>
          <a:endParaRPr lang="es-PE" sz="1200" kern="1200" dirty="0"/>
        </a:p>
      </dsp:txBody>
      <dsp:txXfrm>
        <a:off x="2384315" y="2222996"/>
        <a:ext cx="1337174" cy="692329"/>
      </dsp:txXfrm>
    </dsp:sp>
    <dsp:sp modelId="{BB95E758-77D9-4392-909E-ECD227327D01}">
      <dsp:nvSpPr>
        <dsp:cNvPr id="0" name=""/>
        <dsp:cNvSpPr/>
      </dsp:nvSpPr>
      <dsp:spPr>
        <a:xfrm>
          <a:off x="2684960" y="2747987"/>
          <a:ext cx="1374901" cy="2958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Gerente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Proyectos</a:t>
          </a:r>
          <a:r>
            <a:rPr lang="en-US" sz="1200" b="1" kern="1200" dirty="0" smtClean="0"/>
            <a:t> y </a:t>
          </a:r>
          <a:r>
            <a:rPr lang="en-US" sz="1200" b="1" kern="1200" dirty="0" err="1" smtClean="0"/>
            <a:t>Recursos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Bankmin</a:t>
          </a:r>
          <a:endParaRPr lang="es-PE" sz="1200" b="1" kern="1200" dirty="0"/>
        </a:p>
      </dsp:txBody>
      <dsp:txXfrm>
        <a:off x="2684960" y="2747987"/>
        <a:ext cx="1374901" cy="295885"/>
      </dsp:txXfrm>
    </dsp:sp>
    <dsp:sp modelId="{31E0648C-6AA2-4CF2-9136-2EB6D6849F75}">
      <dsp:nvSpPr>
        <dsp:cNvPr id="0" name=""/>
        <dsp:cNvSpPr/>
      </dsp:nvSpPr>
      <dsp:spPr>
        <a:xfrm>
          <a:off x="1218986" y="4558721"/>
          <a:ext cx="1745908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Sandra Tovar </a:t>
          </a:r>
          <a:r>
            <a:rPr lang="en-US" sz="1200" kern="1200" dirty="0" err="1" smtClean="0"/>
            <a:t>Yachachin</a:t>
          </a:r>
          <a:endParaRPr lang="es-PE" sz="1200" kern="1200" dirty="0"/>
        </a:p>
      </dsp:txBody>
      <dsp:txXfrm>
        <a:off x="1218986" y="4558721"/>
        <a:ext cx="1745908" cy="692329"/>
      </dsp:txXfrm>
    </dsp:sp>
    <dsp:sp modelId="{79007A5F-79F1-49C2-9557-04F9B95E435E}">
      <dsp:nvSpPr>
        <dsp:cNvPr id="0" name=""/>
        <dsp:cNvSpPr/>
      </dsp:nvSpPr>
      <dsp:spPr>
        <a:xfrm>
          <a:off x="1690788" y="5097200"/>
          <a:ext cx="1203457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Jefe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</a:t>
          </a:r>
          <a:endParaRPr lang="es-PE" sz="1200" b="1" kern="1200" dirty="0"/>
        </a:p>
      </dsp:txBody>
      <dsp:txXfrm>
        <a:off x="1690788" y="5097200"/>
        <a:ext cx="1203457" cy="230776"/>
      </dsp:txXfrm>
    </dsp:sp>
    <dsp:sp modelId="{B9EDA11B-C7AA-43D8-9B53-7713D2CA7FE0}">
      <dsp:nvSpPr>
        <dsp:cNvPr id="0" name=""/>
        <dsp:cNvSpPr/>
      </dsp:nvSpPr>
      <dsp:spPr>
        <a:xfrm>
          <a:off x="3287982" y="4558721"/>
          <a:ext cx="1573453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Cindy </a:t>
          </a:r>
          <a:r>
            <a:rPr lang="en-US" sz="1200" kern="1200" dirty="0" err="1" smtClean="0"/>
            <a:t>Briones</a:t>
          </a:r>
          <a:r>
            <a:rPr lang="en-US" sz="1200" kern="1200" dirty="0" smtClean="0"/>
            <a:t> Flores</a:t>
          </a:r>
          <a:endParaRPr lang="es-PE" sz="1200" kern="1200" dirty="0"/>
        </a:p>
      </dsp:txBody>
      <dsp:txXfrm>
        <a:off x="3287982" y="4558721"/>
        <a:ext cx="1573453" cy="692329"/>
      </dsp:txXfrm>
    </dsp:sp>
    <dsp:sp modelId="{3BAD1AEA-418A-4FF2-8C37-6E86CA4A16EC}">
      <dsp:nvSpPr>
        <dsp:cNvPr id="0" name=""/>
        <dsp:cNvSpPr/>
      </dsp:nvSpPr>
      <dsp:spPr>
        <a:xfrm>
          <a:off x="3852823" y="5097815"/>
          <a:ext cx="1203457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Ing</a:t>
          </a:r>
          <a:r>
            <a:rPr lang="en-US" sz="1200" b="1" kern="1200" dirty="0" smtClean="0"/>
            <a:t>. De </a:t>
          </a:r>
          <a:r>
            <a:rPr lang="en-US" sz="1200" b="1" kern="1200" dirty="0" err="1" smtClean="0"/>
            <a:t>Procesos</a:t>
          </a:r>
          <a:endParaRPr lang="es-PE" sz="1200" b="1" kern="1200" dirty="0"/>
        </a:p>
      </dsp:txBody>
      <dsp:txXfrm>
        <a:off x="3852823" y="5097815"/>
        <a:ext cx="1203457" cy="230776"/>
      </dsp:txXfrm>
    </dsp:sp>
    <dsp:sp modelId="{20DC4BF3-79E5-4DA4-9F9D-305F11603ECB}">
      <dsp:nvSpPr>
        <dsp:cNvPr id="0" name=""/>
        <dsp:cNvSpPr/>
      </dsp:nvSpPr>
      <dsp:spPr>
        <a:xfrm>
          <a:off x="1415564" y="3466379"/>
          <a:ext cx="1337174" cy="6923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97695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Mariana </a:t>
          </a:r>
          <a:r>
            <a:rPr lang="es-PE" sz="1200" kern="1200" dirty="0" err="1" smtClean="0"/>
            <a:t>Abugatas</a:t>
          </a:r>
          <a:endParaRPr lang="es-PE" sz="1200" kern="1200" dirty="0"/>
        </a:p>
      </dsp:txBody>
      <dsp:txXfrm>
        <a:off x="1415564" y="3466379"/>
        <a:ext cx="1337174" cy="692329"/>
      </dsp:txXfrm>
    </dsp:sp>
    <dsp:sp modelId="{0488DDFB-00EC-416A-9B47-52C08CDA82C4}">
      <dsp:nvSpPr>
        <dsp:cNvPr id="0" name=""/>
        <dsp:cNvSpPr/>
      </dsp:nvSpPr>
      <dsp:spPr>
        <a:xfrm>
          <a:off x="1682999" y="4004857"/>
          <a:ext cx="1203457" cy="2307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dirty="0" smtClean="0"/>
            <a:t>Asesora</a:t>
          </a:r>
          <a:endParaRPr lang="es-PE" sz="1200" b="1" kern="1200" dirty="0"/>
        </a:p>
      </dsp:txBody>
      <dsp:txXfrm>
        <a:off x="1682999" y="4004857"/>
        <a:ext cx="1203457" cy="230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8E86B-149A-4960-AD77-2DBB56F1B11C}">
      <dsp:nvSpPr>
        <dsp:cNvPr id="0" name=""/>
        <dsp:cNvSpPr/>
      </dsp:nvSpPr>
      <dsp:spPr>
        <a:xfrm>
          <a:off x="1343145" y="1065"/>
          <a:ext cx="5090573" cy="2098349"/>
        </a:xfrm>
        <a:prstGeom prst="roundRect">
          <a:avLst>
            <a:gd name="adj" fmla="val 10000"/>
          </a:avLst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u="sng" kern="1200" dirty="0" smtClean="0">
              <a:solidFill>
                <a:schemeClr val="bg1"/>
              </a:solidFill>
            </a:rPr>
            <a:t>OBJETIVO GENERAL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>
              <a:solidFill>
                <a:schemeClr val="bg1"/>
              </a:solidFill>
            </a:rPr>
            <a:t> </a:t>
          </a:r>
          <a:r>
            <a:rPr lang="es-PE" sz="2300" kern="1200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sz="2300" kern="1200" dirty="0">
            <a:solidFill>
              <a:schemeClr val="bg1"/>
            </a:solidFill>
          </a:endParaRPr>
        </a:p>
      </dsp:txBody>
      <dsp:txXfrm>
        <a:off x="1404604" y="62524"/>
        <a:ext cx="4967655" cy="1975431"/>
      </dsp:txXfrm>
    </dsp:sp>
    <dsp:sp modelId="{21467B2C-1303-4CEB-8C25-CFB598F88955}">
      <dsp:nvSpPr>
        <dsp:cNvPr id="0" name=""/>
        <dsp:cNvSpPr/>
      </dsp:nvSpPr>
      <dsp:spPr>
        <a:xfrm>
          <a:off x="2794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O.E.1: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sz="1800" kern="1200" dirty="0" smtClean="0">
              <a:solidFill>
                <a:schemeClr val="tx1"/>
              </a:solidFill>
            </a:rPr>
            <a:t>.</a:t>
          </a:r>
          <a:endParaRPr lang="es-PE" sz="1800" kern="1200" dirty="0"/>
        </a:p>
      </dsp:txBody>
      <dsp:txXfrm>
        <a:off x="68776" y="2380171"/>
        <a:ext cx="2321089" cy="2120837"/>
      </dsp:txXfrm>
    </dsp:sp>
    <dsp:sp modelId="{EE723D86-4C37-4804-B40B-3E76095C48F1}">
      <dsp:nvSpPr>
        <dsp:cNvPr id="0" name=""/>
        <dsp:cNvSpPr/>
      </dsp:nvSpPr>
      <dsp:spPr>
        <a:xfrm>
          <a:off x="266190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O.E.2: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2727887" y="2380171"/>
        <a:ext cx="2321089" cy="2120837"/>
      </dsp:txXfrm>
    </dsp:sp>
    <dsp:sp modelId="{97F8B434-2F28-4662-B6C2-14B425398A98}">
      <dsp:nvSpPr>
        <dsp:cNvPr id="0" name=""/>
        <dsp:cNvSpPr/>
      </dsp:nvSpPr>
      <dsp:spPr>
        <a:xfrm>
          <a:off x="532101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O.E.3: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5386997" y="2380171"/>
        <a:ext cx="2321089" cy="2120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2A649-583F-4229-AB98-8BB80644F02D}">
      <dsp:nvSpPr>
        <dsp:cNvPr id="0" name=""/>
        <dsp:cNvSpPr/>
      </dsp:nvSpPr>
      <dsp:spPr>
        <a:xfrm>
          <a:off x="1407946" y="0"/>
          <a:ext cx="3929582" cy="3472160"/>
        </a:xfrm>
        <a:prstGeom prst="triangle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B4006-310A-4229-9C24-7B1582A56690}">
      <dsp:nvSpPr>
        <dsp:cNvPr id="0" name=""/>
        <dsp:cNvSpPr/>
      </dsp:nvSpPr>
      <dsp:spPr>
        <a:xfrm>
          <a:off x="1375829" y="429715"/>
          <a:ext cx="3982848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los entregables del macro proceso de logística</a:t>
          </a:r>
          <a:endParaRPr lang="es-PE" sz="1400" i="1" kern="1200" dirty="0"/>
        </a:p>
      </dsp:txBody>
      <dsp:txXfrm>
        <a:off x="1415952" y="469838"/>
        <a:ext cx="3902602" cy="741679"/>
      </dsp:txXfrm>
    </dsp:sp>
    <dsp:sp modelId="{2DA0A7AD-E180-4265-A092-5FFE4819E2D5}">
      <dsp:nvSpPr>
        <dsp:cNvPr id="0" name=""/>
        <dsp:cNvSpPr/>
      </dsp:nvSpPr>
      <dsp:spPr>
        <a:xfrm>
          <a:off x="1375840" y="1416614"/>
          <a:ext cx="3996367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arquitectura de procesos definida por el equipo de proyecto</a:t>
          </a:r>
          <a:endParaRPr lang="es-PE" sz="1400" i="1" kern="1200" dirty="0"/>
        </a:p>
      </dsp:txBody>
      <dsp:txXfrm>
        <a:off x="1415963" y="1456737"/>
        <a:ext cx="3916121" cy="741679"/>
      </dsp:txXfrm>
    </dsp:sp>
    <dsp:sp modelId="{C76BA95A-D8CD-4B0E-8B33-DE33A06D4E07}">
      <dsp:nvSpPr>
        <dsp:cNvPr id="0" name=""/>
        <dsp:cNvSpPr/>
      </dsp:nvSpPr>
      <dsp:spPr>
        <a:xfrm>
          <a:off x="1375829" y="2403508"/>
          <a:ext cx="4003115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descomposición funcional del macro proceso de logística</a:t>
          </a:r>
          <a:endParaRPr lang="es-PE" sz="1400" i="1" kern="1200" dirty="0"/>
        </a:p>
      </dsp:txBody>
      <dsp:txXfrm>
        <a:off x="1415952" y="2443631"/>
        <a:ext cx="3922869" cy="741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7D143-0708-4A9C-8FA7-4C01CA97F08A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C39BE-22A5-4E0D-ACEA-B1EC66DBFB6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="" xmlns:p14="http://schemas.microsoft.com/office/powerpoint/2010/main" val="158690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19AD9-ACDD-4389-AC3A-798C2113B048}" type="slidenum">
              <a:rPr lang="es-PE" smtClean="0"/>
              <a:pPr/>
              <a:t>7</a:t>
            </a:fld>
            <a:endParaRPr 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5BDA0-3A4D-4BFC-A8D8-AC24E94DD2C6}" type="datetimeFigureOut">
              <a:rPr lang="es-PE" smtClean="0"/>
              <a:pPr/>
              <a:t>21/04/2011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jpe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microsoft.com/office/2007/relationships/diagramDrawing" Target="../diagrams/drawing4.xml"/><Relationship Id="rId5" Type="http://schemas.openxmlformats.org/officeDocument/2006/relationships/image" Target="../media/image13.jpeg"/><Relationship Id="rId10" Type="http://schemas.openxmlformats.org/officeDocument/2006/relationships/image" Target="../media/image14.jpeg"/><Relationship Id="rId4" Type="http://schemas.openxmlformats.org/officeDocument/2006/relationships/image" Target="../media/image12.jpeg"/><Relationship Id="rId9" Type="http://schemas.openxmlformats.org/officeDocument/2006/relationships/diagramColors" Target="../diagrams/colors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1097310"/>
            <a:ext cx="7772400" cy="2043658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Y DISEÑO DE LA ARQUITECTURA DE PROCESOS PARA LA PEQUEÑA MINERÍA </a:t>
            </a:r>
            <a:endParaRPr lang="es-PE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982960"/>
          </a:xfrm>
        </p:spPr>
        <p:txBody>
          <a:bodyPr>
            <a:normAutofit/>
          </a:bodyPr>
          <a:lstStyle/>
          <a:p>
            <a:r>
              <a:rPr lang="es-ES" sz="2800" b="1" dirty="0" smtClean="0"/>
              <a:t>PROCESO DE LOGÍSTICA</a:t>
            </a:r>
            <a:endParaRPr lang="es-PE" sz="28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5940152" y="4974267"/>
            <a:ext cx="24019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Integrantes:</a:t>
            </a: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Sandra Tovar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Yachachin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Cindy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Briones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Flores</a:t>
            </a:r>
            <a:endParaRPr lang="es-P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10 Conector recto"/>
          <p:cNvCxnSpPr/>
          <p:nvPr/>
        </p:nvCxnSpPr>
        <p:spPr>
          <a:xfrm rot="16200000" flipH="1">
            <a:off x="5544109" y="5409219"/>
            <a:ext cx="792088" cy="2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229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Agenda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6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9" name="8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7 Diagrama"/>
          <p:cNvGraphicFramePr/>
          <p:nvPr>
            <p:extLst>
              <p:ext uri="{D42A27DB-BD31-4B8C-83A1-F6EECF244321}">
                <p14:modId xmlns="" xmlns:p14="http://schemas.microsoft.com/office/powerpoint/2010/main" val="2493666067"/>
              </p:ext>
            </p:extLst>
          </p:nvPr>
        </p:nvGraphicFramePr>
        <p:xfrm>
          <a:off x="1619672" y="1268760"/>
          <a:ext cx="6096000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251520" y="2564904"/>
            <a:ext cx="3232760" cy="1728192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Triángulo isósceles"/>
          <p:cNvSpPr/>
          <p:nvPr/>
        </p:nvSpPr>
        <p:spPr>
          <a:xfrm rot="5400000">
            <a:off x="2411760" y="2924944"/>
            <a:ext cx="4320480" cy="115212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23 Rectángulo redondeado"/>
          <p:cNvSpPr/>
          <p:nvPr/>
        </p:nvSpPr>
        <p:spPr>
          <a:xfrm>
            <a:off x="5292080" y="980728"/>
            <a:ext cx="3672408" cy="4680520"/>
          </a:xfrm>
          <a:prstGeom prst="roundRect">
            <a:avLst>
              <a:gd name="adj" fmla="val 1026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24 Rectángulo redondeado"/>
          <p:cNvSpPr/>
          <p:nvPr/>
        </p:nvSpPr>
        <p:spPr>
          <a:xfrm>
            <a:off x="243920" y="4489956"/>
            <a:ext cx="3240360" cy="181936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25 Rectángulo redondeado"/>
          <p:cNvSpPr/>
          <p:nvPr/>
        </p:nvSpPr>
        <p:spPr>
          <a:xfrm>
            <a:off x="243920" y="802366"/>
            <a:ext cx="3240360" cy="1566259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1. </a:t>
            </a:r>
            <a:r>
              <a:rPr lang="en-US" sz="2400" b="1" dirty="0" err="1" smtClean="0"/>
              <a:t>Justificación</a:t>
            </a:r>
            <a:r>
              <a:rPr lang="en-US" sz="2400" b="1" dirty="0" smtClean="0"/>
              <a:t> del </a:t>
            </a:r>
            <a:r>
              <a:rPr lang="en-US" sz="2400" b="1" dirty="0" err="1" smtClean="0"/>
              <a:t>Proyecto</a:t>
            </a:r>
            <a:endParaRPr lang="en-US" sz="2400" b="1" dirty="0" smtClean="0"/>
          </a:p>
        </p:txBody>
      </p:sp>
      <p:sp>
        <p:nvSpPr>
          <p:cNvPr id="28" name="27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9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3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66630"/>
            <a:ext cx="1800200" cy="468802"/>
          </a:xfrm>
          <a:prstGeom prst="rect">
            <a:avLst/>
          </a:prstGeom>
          <a:noFill/>
        </p:spPr>
      </p:pic>
      <p:pic>
        <p:nvPicPr>
          <p:cNvPr id="31" name="Picture 2" descr="http://t3.gstatic.com/images?q=tbn:ANd9GcSnfjW5RwP6Y7SHhscbE4RMOqvDR8u5DyAD5J0acY25B4Y5mzUu"/>
          <p:cNvPicPr>
            <a:picLocks noChangeAspect="1" noChangeArrowheads="1"/>
          </p:cNvPicPr>
          <p:nvPr/>
        </p:nvPicPr>
        <p:blipFill>
          <a:blip r:embed="rId4" cstate="print"/>
          <a:srcRect b="10372"/>
          <a:stretch>
            <a:fillRect/>
          </a:stretch>
        </p:blipFill>
        <p:spPr bwMode="auto">
          <a:xfrm>
            <a:off x="899592" y="885054"/>
            <a:ext cx="1728192" cy="1160208"/>
          </a:xfrm>
          <a:prstGeom prst="rect">
            <a:avLst/>
          </a:prstGeom>
          <a:noFill/>
        </p:spPr>
      </p:pic>
      <p:pic>
        <p:nvPicPr>
          <p:cNvPr id="32" name="Picture 3" descr="C:\Users\Antonio\Documents\My Dropbox\Proyectos\Valery\Fase 2\Diagramas\Diagrama Base.png"/>
          <p:cNvPicPr>
            <a:picLocks noChangeAspect="1" noChangeArrowheads="1"/>
          </p:cNvPicPr>
          <p:nvPr/>
        </p:nvPicPr>
        <p:blipFill>
          <a:blip r:embed="rId5" cstate="print"/>
          <a:srcRect b="13825"/>
          <a:stretch>
            <a:fillRect/>
          </a:stretch>
        </p:blipFill>
        <p:spPr bwMode="auto">
          <a:xfrm>
            <a:off x="755576" y="4539854"/>
            <a:ext cx="2160240" cy="1048501"/>
          </a:xfrm>
          <a:prstGeom prst="rect">
            <a:avLst/>
          </a:prstGeom>
          <a:noFill/>
        </p:spPr>
      </p:pic>
      <p:pic>
        <p:nvPicPr>
          <p:cNvPr id="33" name="Picture 5" descr="http://blog.pucp.edu.pe/media/428/20061124-WCMSkulRuFW-uuCM%5B1%5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36096" y="1412776"/>
            <a:ext cx="3384376" cy="2689597"/>
          </a:xfrm>
          <a:prstGeom prst="rect">
            <a:avLst/>
          </a:prstGeom>
          <a:noFill/>
        </p:spPr>
      </p:pic>
      <p:cxnSp>
        <p:nvCxnSpPr>
          <p:cNvPr id="34" name="33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467544" y="2060848"/>
            <a:ext cx="308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 smtClean="0"/>
              <a:t>Crecimiento</a:t>
            </a:r>
            <a:r>
              <a:rPr lang="en-US" sz="1400" i="1" dirty="0" smtClean="0"/>
              <a:t> de la </a:t>
            </a:r>
            <a:r>
              <a:rPr lang="en-US" sz="1400" i="1" dirty="0" err="1" smtClean="0"/>
              <a:t>actividad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minera</a:t>
            </a:r>
            <a:endParaRPr lang="es-PE" sz="1400" i="1" dirty="0"/>
          </a:p>
        </p:txBody>
      </p:sp>
      <p:sp>
        <p:nvSpPr>
          <p:cNvPr id="36" name="35 CuadroTexto"/>
          <p:cNvSpPr txBox="1"/>
          <p:nvPr/>
        </p:nvSpPr>
        <p:spPr>
          <a:xfrm>
            <a:off x="107504" y="5589240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Visión del Ingeniero de </a:t>
            </a:r>
            <a:r>
              <a:rPr lang="en-US" sz="1400" i="1" dirty="0" err="1" smtClean="0"/>
              <a:t>Sistemas</a:t>
            </a:r>
            <a:r>
              <a:rPr lang="en-US" sz="1400" i="1" dirty="0" smtClean="0"/>
              <a:t> de </a:t>
            </a:r>
            <a:r>
              <a:rPr lang="en-US" sz="1400" i="1" dirty="0" err="1" smtClean="0"/>
              <a:t>Información</a:t>
            </a:r>
            <a:endParaRPr lang="es-PE" sz="1400" i="1" dirty="0"/>
          </a:p>
        </p:txBody>
      </p:sp>
      <p:sp>
        <p:nvSpPr>
          <p:cNvPr id="37" name="36 CuadroTexto"/>
          <p:cNvSpPr txBox="1"/>
          <p:nvPr/>
        </p:nvSpPr>
        <p:spPr>
          <a:xfrm>
            <a:off x="5364088" y="4293096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 smtClean="0"/>
              <a:t>Generar</a:t>
            </a:r>
            <a:r>
              <a:rPr lang="en-US" i="1" dirty="0" smtClean="0"/>
              <a:t> valor en </a:t>
            </a:r>
            <a:r>
              <a:rPr lang="en-US" i="1" dirty="0" err="1" smtClean="0"/>
              <a:t>las</a:t>
            </a:r>
            <a:r>
              <a:rPr lang="en-US" i="1" dirty="0" smtClean="0"/>
              <a:t> </a:t>
            </a:r>
            <a:r>
              <a:rPr lang="en-US" i="1" dirty="0" err="1" smtClean="0"/>
              <a:t>pequeñas</a:t>
            </a:r>
            <a:r>
              <a:rPr lang="en-US" i="1" dirty="0" smtClean="0"/>
              <a:t> </a:t>
            </a:r>
            <a:r>
              <a:rPr lang="en-US" i="1" dirty="0" err="1" smtClean="0"/>
              <a:t>empresas</a:t>
            </a:r>
            <a:r>
              <a:rPr lang="en-US" i="1" dirty="0" smtClean="0"/>
              <a:t> </a:t>
            </a:r>
            <a:r>
              <a:rPr lang="en-US" i="1" dirty="0" err="1" smtClean="0"/>
              <a:t>mineras</a:t>
            </a:r>
            <a:r>
              <a:rPr lang="en-US" i="1" dirty="0" smtClean="0"/>
              <a:t> y </a:t>
            </a:r>
            <a:r>
              <a:rPr lang="en-US" i="1" dirty="0" err="1" smtClean="0"/>
              <a:t>apoyar</a:t>
            </a:r>
            <a:r>
              <a:rPr lang="en-US" i="1" dirty="0" smtClean="0"/>
              <a:t> </a:t>
            </a:r>
            <a:r>
              <a:rPr lang="en-US" i="1" dirty="0" err="1" smtClean="0"/>
              <a:t>su</a:t>
            </a:r>
            <a:r>
              <a:rPr lang="en-US" i="1" dirty="0" smtClean="0"/>
              <a:t> </a:t>
            </a:r>
            <a:r>
              <a:rPr lang="en-US" i="1" dirty="0" err="1" smtClean="0"/>
              <a:t>crecimiento</a:t>
            </a:r>
            <a:r>
              <a:rPr lang="en-US" dirty="0" smtClean="0"/>
              <a:t>.</a:t>
            </a:r>
            <a:endParaRPr lang="es-PE" dirty="0"/>
          </a:p>
        </p:txBody>
      </p:sp>
      <p:sp>
        <p:nvSpPr>
          <p:cNvPr id="38" name="37 Rectángulo"/>
          <p:cNvSpPr/>
          <p:nvPr/>
        </p:nvSpPr>
        <p:spPr>
          <a:xfrm>
            <a:off x="467544" y="3758426"/>
            <a:ext cx="307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i="1" dirty="0"/>
              <a:t>Formalización y Promoción </a:t>
            </a:r>
            <a:endParaRPr lang="es-ES" sz="1400" i="1" dirty="0" smtClean="0"/>
          </a:p>
          <a:p>
            <a:pPr algn="ctr"/>
            <a:r>
              <a:rPr lang="es-ES" sz="1400" i="1" dirty="0" smtClean="0"/>
              <a:t>de </a:t>
            </a:r>
            <a:r>
              <a:rPr lang="es-ES" sz="1400" i="1" dirty="0"/>
              <a:t>la PM y MA</a:t>
            </a:r>
            <a:endParaRPr lang="es-PE" sz="1400" i="1" dirty="0"/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68" y="2650448"/>
            <a:ext cx="712272" cy="110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4637767" y="1009040"/>
            <a:ext cx="2022465" cy="4292168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20 Rectángulo redondeado"/>
          <p:cNvSpPr/>
          <p:nvPr/>
        </p:nvSpPr>
        <p:spPr>
          <a:xfrm>
            <a:off x="2375756" y="1052736"/>
            <a:ext cx="2124236" cy="4248472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21 Rectángulo redondeado"/>
          <p:cNvSpPr/>
          <p:nvPr/>
        </p:nvSpPr>
        <p:spPr>
          <a:xfrm>
            <a:off x="179512" y="1052736"/>
            <a:ext cx="2088232" cy="4248472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4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25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26" name="25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de Logística</a:t>
            </a:r>
          </a:p>
        </p:txBody>
      </p:sp>
      <p:sp>
        <p:nvSpPr>
          <p:cNvPr id="28" name="Rectangle 13"/>
          <p:cNvSpPr/>
          <p:nvPr/>
        </p:nvSpPr>
        <p:spPr>
          <a:xfrm>
            <a:off x="287524" y="3717032"/>
            <a:ext cx="2088232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Evaluación de bienes y servicios</a:t>
            </a:r>
          </a:p>
        </p:txBody>
      </p:sp>
      <p:sp>
        <p:nvSpPr>
          <p:cNvPr id="29" name="Rectangle 14"/>
          <p:cNvSpPr/>
          <p:nvPr/>
        </p:nvSpPr>
        <p:spPr>
          <a:xfrm>
            <a:off x="2405519" y="3897052"/>
            <a:ext cx="22322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Compra de bienes y servicios</a:t>
            </a:r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30" name="Rectangle 15"/>
          <p:cNvSpPr/>
          <p:nvPr/>
        </p:nvSpPr>
        <p:spPr>
          <a:xfrm>
            <a:off x="4653751" y="4149080"/>
            <a:ext cx="193447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</a:t>
            </a:r>
            <a:r>
              <a:rPr lang="es-PE" sz="2000" dirty="0">
                <a:solidFill>
                  <a:schemeClr val="tx1"/>
                </a:solidFill>
              </a:rPr>
              <a:t>Control de inventariado y almacenes</a:t>
            </a: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1" name="Picture 2" descr="http://www.vanguardia.com.mx/XStatic/vanguardia/images/espanol/rescate25.jpg"/>
          <p:cNvPicPr>
            <a:picLocks noChangeAspect="1" noChangeArrowheads="1"/>
          </p:cNvPicPr>
          <p:nvPr/>
        </p:nvPicPr>
        <p:blipFill>
          <a:blip r:embed="rId4" cstate="print"/>
          <a:srcRect l="22423" r="10306"/>
          <a:stretch>
            <a:fillRect/>
          </a:stretch>
        </p:blipFill>
        <p:spPr bwMode="auto">
          <a:xfrm>
            <a:off x="4842163" y="1726311"/>
            <a:ext cx="1557648" cy="1990721"/>
          </a:xfrm>
          <a:prstGeom prst="rect">
            <a:avLst/>
          </a:prstGeom>
          <a:noFill/>
        </p:spPr>
      </p:pic>
      <p:sp>
        <p:nvSpPr>
          <p:cNvPr id="32" name="31 Rectángulo redondeado"/>
          <p:cNvSpPr/>
          <p:nvPr/>
        </p:nvSpPr>
        <p:spPr>
          <a:xfrm>
            <a:off x="6876256" y="1009040"/>
            <a:ext cx="1993581" cy="4292168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angle 15"/>
          <p:cNvSpPr/>
          <p:nvPr/>
        </p:nvSpPr>
        <p:spPr>
          <a:xfrm>
            <a:off x="6876256" y="4077072"/>
            <a:ext cx="200870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Abastecimiento</a:t>
            </a:r>
            <a:endParaRPr lang="es-PE" sz="20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4" name="33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558" y="2040400"/>
            <a:ext cx="1688976" cy="1114724"/>
          </a:xfrm>
          <a:prstGeom prst="rect">
            <a:avLst/>
          </a:prstGeom>
        </p:spPr>
      </p:pic>
      <p:pic>
        <p:nvPicPr>
          <p:cNvPr id="35" name="34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5" y="2151323"/>
            <a:ext cx="1487016" cy="1099594"/>
          </a:xfrm>
          <a:prstGeom prst="rect">
            <a:avLst/>
          </a:prstGeom>
        </p:spPr>
      </p:pic>
      <p:pic>
        <p:nvPicPr>
          <p:cNvPr id="36" name="35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151323"/>
            <a:ext cx="1380964" cy="1341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de Logística</a:t>
            </a:r>
          </a:p>
        </p:txBody>
      </p:sp>
      <p:pic>
        <p:nvPicPr>
          <p:cNvPr id="9218" name="Picture 2" descr="http://grupoeim.phipages.com/storage/main/gestion-ambienta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1916832"/>
            <a:ext cx="2857500" cy="2857500"/>
          </a:xfrm>
          <a:prstGeom prst="rect">
            <a:avLst/>
          </a:prstGeom>
          <a:noFill/>
        </p:spPr>
      </p:pic>
      <p:sp>
        <p:nvSpPr>
          <p:cNvPr id="13" name="Rectangle 10"/>
          <p:cNvSpPr/>
          <p:nvPr/>
        </p:nvSpPr>
        <p:spPr>
          <a:xfrm>
            <a:off x="323528" y="2420888"/>
            <a:ext cx="5400600" cy="331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400" dirty="0" smtClean="0">
                <a:solidFill>
                  <a:schemeClr val="tx1"/>
                </a:solidFill>
              </a:rPr>
              <a:t> </a:t>
            </a:r>
            <a:r>
              <a:rPr lang="es-PE" sz="2200" dirty="0" smtClean="0">
                <a:solidFill>
                  <a:schemeClr val="tx1"/>
                </a:solidFill>
              </a:rPr>
              <a:t>Proveedores que no cumplan con las expectativas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Bienes comprados de forma inoportuna.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Abastecimiento de productos adecuados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Calidad de productos finales bajos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Dificultad en el control de los almacenes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Inexistencia de ubicaciones pre-asignadas. Productos almacenados según disponibilidad de espacio o criterio de los almaceneros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323528" y="1124744"/>
            <a:ext cx="5544616" cy="468052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14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3. Organización del proyecto </a:t>
            </a:r>
          </a:p>
        </p:txBody>
      </p:sp>
      <p:graphicFrame>
        <p:nvGraphicFramePr>
          <p:cNvPr id="18" name="17 Diagrama"/>
          <p:cNvGraphicFramePr/>
          <p:nvPr>
            <p:extLst>
              <p:ext uri="{D42A27DB-BD31-4B8C-83A1-F6EECF244321}">
                <p14:modId xmlns="" xmlns:p14="http://schemas.microsoft.com/office/powerpoint/2010/main" val="1284860573"/>
              </p:ext>
            </p:extLst>
          </p:nvPr>
        </p:nvGraphicFramePr>
        <p:xfrm>
          <a:off x="1475656" y="714356"/>
          <a:ext cx="6596806" cy="571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1 Imagen" descr="Logo BankMin.jpg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4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5" name="1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4. Objetivos del Proyecto</a:t>
            </a:r>
          </a:p>
        </p:txBody>
      </p:sp>
      <p:graphicFrame>
        <p:nvGraphicFramePr>
          <p:cNvPr id="17" name="16 Diagrama"/>
          <p:cNvGraphicFramePr/>
          <p:nvPr/>
        </p:nvGraphicFramePr>
        <p:xfrm>
          <a:off x="755576" y="1165200"/>
          <a:ext cx="7776864" cy="456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5. Criterios de éxito </a:t>
            </a:r>
          </a:p>
        </p:txBody>
      </p:sp>
      <p:pic>
        <p:nvPicPr>
          <p:cNvPr id="1027" name="Picture 3" descr="http://www.bustamanteinternational.com/img_btmnt/references_comite1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627105"/>
            <a:ext cx="1368152" cy="1034143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755576" y="5661248"/>
            <a:ext cx="17281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Comité de proyectos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3848" y="5661248"/>
            <a:ext cx="72008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Cliente</a:t>
            </a:r>
          </a:p>
        </p:txBody>
      </p:sp>
      <p:pic>
        <p:nvPicPr>
          <p:cNvPr id="1030" name="1 Imagen" descr="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92080" y="4675817"/>
            <a:ext cx="792088" cy="91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4932040" y="5661248"/>
            <a:ext cx="154065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Quality Assurance</a:t>
            </a: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236296" y="5130663"/>
            <a:ext cx="1224136" cy="3865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948264" y="5661248"/>
            <a:ext cx="187220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Alta dirección BankMin</a:t>
            </a:r>
          </a:p>
        </p:txBody>
      </p:sp>
      <p:graphicFrame>
        <p:nvGraphicFramePr>
          <p:cNvPr id="17" name="16 Diagrama"/>
          <p:cNvGraphicFramePr/>
          <p:nvPr>
            <p:extLst>
              <p:ext uri="{D42A27DB-BD31-4B8C-83A1-F6EECF244321}">
                <p14:modId xmlns="" xmlns:p14="http://schemas.microsoft.com/office/powerpoint/2010/main" val="2504495998"/>
              </p:ext>
            </p:extLst>
          </p:nvPr>
        </p:nvGraphicFramePr>
        <p:xfrm>
          <a:off x="1331640" y="748928"/>
          <a:ext cx="6480720" cy="347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323528" y="4365104"/>
            <a:ext cx="8640960" cy="180020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6" name="Picture 2" descr="C:\Users\alumnos\Desktop\altavistatl3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551" y="4653136"/>
            <a:ext cx="804377" cy="9963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5148064" y="126876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15" name="14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18129391"/>
              </p:ext>
            </p:extLst>
          </p:nvPr>
        </p:nvGraphicFramePr>
        <p:xfrm>
          <a:off x="611560" y="2029976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compromiso por parte de algún integrante del equipo durante el desarrollo del proyecto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6" name="15 Rectángulo redondeado"/>
          <p:cNvSpPr/>
          <p:nvPr/>
        </p:nvSpPr>
        <p:spPr>
          <a:xfrm>
            <a:off x="611560" y="1988840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16 Elipse"/>
          <p:cNvSpPr/>
          <p:nvPr/>
        </p:nvSpPr>
        <p:spPr>
          <a:xfrm>
            <a:off x="7452320" y="220486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03533569"/>
              </p:ext>
            </p:extLst>
          </p:nvPr>
        </p:nvGraphicFramePr>
        <p:xfrm>
          <a:off x="611560" y="3068960"/>
          <a:ext cx="777686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Identificación de requerimientos inadecuada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9" name="18 Rectángulo redondeado"/>
          <p:cNvSpPr/>
          <p:nvPr/>
        </p:nvSpPr>
        <p:spPr>
          <a:xfrm>
            <a:off x="611560" y="2924944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19 Elipse"/>
          <p:cNvSpPr/>
          <p:nvPr/>
        </p:nvSpPr>
        <p:spPr>
          <a:xfrm>
            <a:off x="7452320" y="3140968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788610254"/>
              </p:ext>
            </p:extLst>
          </p:nvPr>
        </p:nvGraphicFramePr>
        <p:xfrm>
          <a:off x="611560" y="3933056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compromiso por parte del cliente, durante la asistencia a reuniones pactadas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22" name="21 Rectángulo redondeado"/>
          <p:cNvSpPr/>
          <p:nvPr/>
        </p:nvSpPr>
        <p:spPr>
          <a:xfrm>
            <a:off x="611560" y="3861048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Elipse"/>
          <p:cNvSpPr/>
          <p:nvPr/>
        </p:nvSpPr>
        <p:spPr>
          <a:xfrm>
            <a:off x="7452320" y="4077072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27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29" name="28 Elipse"/>
          <p:cNvSpPr/>
          <p:nvPr/>
        </p:nvSpPr>
        <p:spPr>
          <a:xfrm>
            <a:off x="5832140" y="224925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30 Elipse"/>
          <p:cNvSpPr/>
          <p:nvPr/>
        </p:nvSpPr>
        <p:spPr>
          <a:xfrm>
            <a:off x="5868144" y="407707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3" name="32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12582192"/>
              </p:ext>
            </p:extLst>
          </p:nvPr>
        </p:nvGraphicFramePr>
        <p:xfrm>
          <a:off x="611560" y="4899248"/>
          <a:ext cx="7776864" cy="9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97802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comunicación con los demás grupos de proyecto, encargados de los demás macro procesos asociados al proyecto.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4" name="33 Rectángulo redondeado"/>
          <p:cNvSpPr/>
          <p:nvPr/>
        </p:nvSpPr>
        <p:spPr>
          <a:xfrm>
            <a:off x="611560" y="4869160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34 Elipse"/>
          <p:cNvSpPr/>
          <p:nvPr/>
        </p:nvSpPr>
        <p:spPr>
          <a:xfrm>
            <a:off x="7452320" y="50851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36 Elipse"/>
          <p:cNvSpPr/>
          <p:nvPr/>
        </p:nvSpPr>
        <p:spPr>
          <a:xfrm>
            <a:off x="5868144" y="314096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37 Elipse"/>
          <p:cNvSpPr/>
          <p:nvPr/>
        </p:nvSpPr>
        <p:spPr>
          <a:xfrm>
            <a:off x="5868144" y="5085184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10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148064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08815981"/>
              </p:ext>
            </p:extLst>
          </p:nvPr>
        </p:nvGraphicFramePr>
        <p:xfrm>
          <a:off x="611560" y="1881768"/>
          <a:ext cx="77768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Retraso en la presentación de entregables y/o artefactos del proyecto, dado que estos no se desarrollen al margen del cronograma.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5" name="14 Rectángulo redondeado"/>
          <p:cNvSpPr/>
          <p:nvPr/>
        </p:nvSpPr>
        <p:spPr>
          <a:xfrm>
            <a:off x="611560" y="1916832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15 Elipse"/>
          <p:cNvSpPr/>
          <p:nvPr/>
        </p:nvSpPr>
        <p:spPr>
          <a:xfrm>
            <a:off x="7473932" y="217724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74471357"/>
              </p:ext>
            </p:extLst>
          </p:nvPr>
        </p:nvGraphicFramePr>
        <p:xfrm>
          <a:off x="611560" y="2780928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Poco acceso a información brindada por el cliente para el desarrollo del proyecto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611560" y="2822848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Elipse"/>
          <p:cNvSpPr/>
          <p:nvPr/>
        </p:nvSpPr>
        <p:spPr>
          <a:xfrm>
            <a:off x="7452320" y="308992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sp>
        <p:nvSpPr>
          <p:cNvPr id="27" name="26 Elipse"/>
          <p:cNvSpPr/>
          <p:nvPr/>
        </p:nvSpPr>
        <p:spPr>
          <a:xfrm>
            <a:off x="5832140" y="2177244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1" name="30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59068792"/>
              </p:ext>
            </p:extLst>
          </p:nvPr>
        </p:nvGraphicFramePr>
        <p:xfrm>
          <a:off x="611560" y="4695056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Cambios durante el desarrollo del proyecto, en la normativa de un ente regulador.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2" name="31 Rectángulo redondeado"/>
          <p:cNvSpPr/>
          <p:nvPr/>
        </p:nvSpPr>
        <p:spPr>
          <a:xfrm>
            <a:off x="611560" y="4623048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32 Elipse"/>
          <p:cNvSpPr/>
          <p:nvPr/>
        </p:nvSpPr>
        <p:spPr>
          <a:xfrm>
            <a:off x="7473932" y="486916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33 Elipse"/>
          <p:cNvSpPr/>
          <p:nvPr/>
        </p:nvSpPr>
        <p:spPr>
          <a:xfrm>
            <a:off x="5832140" y="4869160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0" name="29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32150445"/>
              </p:ext>
            </p:extLst>
          </p:nvPr>
        </p:nvGraphicFramePr>
        <p:xfrm>
          <a:off x="611560" y="3789040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Demora en la inspección de documentos por parte de la empresa QA.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5" name="34 Rectángulo redondeado"/>
          <p:cNvSpPr/>
          <p:nvPr/>
        </p:nvSpPr>
        <p:spPr>
          <a:xfrm>
            <a:off x="611560" y="3717032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35 Elipse"/>
          <p:cNvSpPr/>
          <p:nvPr/>
        </p:nvSpPr>
        <p:spPr>
          <a:xfrm>
            <a:off x="7452320" y="393305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36 Elipse"/>
          <p:cNvSpPr/>
          <p:nvPr/>
        </p:nvSpPr>
        <p:spPr>
          <a:xfrm>
            <a:off x="5868144" y="3933056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28 Elipse"/>
          <p:cNvSpPr/>
          <p:nvPr/>
        </p:nvSpPr>
        <p:spPr>
          <a:xfrm>
            <a:off x="5832140" y="303223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2184346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995936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 2011-1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354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28/03/2011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 QA1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11/04/2011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6461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18/04/2011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339752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25/04/2011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843808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H6 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29/04/2011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4463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H7 QA2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310416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H9 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20/05/2011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4360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H10 QA3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08/06/2011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25463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H11 A4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17/06/2011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236296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27/06/2011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45232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smtClean="0"/>
              <a:t>H13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11/07/2011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0436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817360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04609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56988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789392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7069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86003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33029002"/>
              </p:ext>
            </p:extLst>
          </p:nvPr>
        </p:nvGraphicFramePr>
        <p:xfrm>
          <a:off x="971600" y="3691702"/>
          <a:ext cx="3464782" cy="2485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Project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Charter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y Plan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8574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revisión interna Memoria Parcial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la memoria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Exposición memoria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parcial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: Definición del macro proceso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Segundo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44608021"/>
              </p:ext>
            </p:extLst>
          </p:nvPr>
        </p:nvGraphicFramePr>
        <p:xfrm>
          <a:off x="4788024" y="3691702"/>
          <a:ext cx="3744416" cy="2174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405"/>
                <a:gridCol w="3150011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Integración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macro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Tercera 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560840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97160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205172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69979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20384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85192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3995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78802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5926928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598984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42587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778591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53 Elipse"/>
          <p:cNvSpPr/>
          <p:nvPr/>
        </p:nvSpPr>
        <p:spPr>
          <a:xfrm>
            <a:off x="1547664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54 CuadroTexto"/>
          <p:cNvSpPr txBox="1"/>
          <p:nvPr/>
        </p:nvSpPr>
        <p:spPr>
          <a:xfrm>
            <a:off x="1142064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13/04/2011</a:t>
            </a:r>
          </a:p>
        </p:txBody>
      </p:sp>
      <p:cxnSp>
        <p:nvCxnSpPr>
          <p:cNvPr id="56" name="55 Conector recto"/>
          <p:cNvCxnSpPr/>
          <p:nvPr/>
        </p:nvCxnSpPr>
        <p:spPr>
          <a:xfrm>
            <a:off x="161967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1896314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851920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2011-2 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205960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358088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07816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H17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69979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SEM6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302304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H19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H20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16640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SEM10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5421875" y="242535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79613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542664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SEM15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11872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SEM16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74035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SEM17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1383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555776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33412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66834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82444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99502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94015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71601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20384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26859868"/>
              </p:ext>
            </p:extLst>
          </p:nvPr>
        </p:nvGraphicFramePr>
        <p:xfrm>
          <a:off x="971600" y="3691702"/>
          <a:ext cx="3464782" cy="229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8471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plan de trabajo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Finalización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03148034"/>
              </p:ext>
            </p:extLst>
          </p:nvPr>
        </p:nvGraphicFramePr>
        <p:xfrm>
          <a:off x="4788024" y="3691702"/>
          <a:ext cx="3464782" cy="254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Elaboración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perfil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de construcción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artefactos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integración de entregables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construcción de memoria</a:t>
                      </a: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223443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104360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176368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4737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09456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72112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664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60800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8" name="67 Elipse"/>
          <p:cNvSpPr/>
          <p:nvPr/>
        </p:nvSpPr>
        <p:spPr>
          <a:xfrm>
            <a:off x="5840699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6214960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88701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53755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8136396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="" xmlns:p14="http://schemas.microsoft.com/office/powerpoint/2010/main" val="20459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 redondeado"/>
          <p:cNvSpPr/>
          <p:nvPr/>
        </p:nvSpPr>
        <p:spPr>
          <a:xfrm>
            <a:off x="595576" y="1916832"/>
            <a:ext cx="3960440" cy="273630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r>
              <a:rPr lang="en-US" sz="2400" b="1" dirty="0" smtClean="0"/>
              <a:t>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</a:t>
            </a:r>
          </a:p>
        </p:txBody>
      </p:sp>
      <p:graphicFrame>
        <p:nvGraphicFramePr>
          <p:cNvPr id="2" name="1 Gráfico"/>
          <p:cNvGraphicFramePr/>
          <p:nvPr>
            <p:extLst>
              <p:ext uri="{D42A27DB-BD31-4B8C-83A1-F6EECF244321}">
                <p14:modId xmlns="" xmlns:p14="http://schemas.microsoft.com/office/powerpoint/2010/main" val="4028969836"/>
              </p:ext>
            </p:extLst>
          </p:nvPr>
        </p:nvGraphicFramePr>
        <p:xfrm>
          <a:off x="739592" y="1772816"/>
          <a:ext cx="3816424" cy="288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9" name="38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7869961"/>
              </p:ext>
            </p:extLst>
          </p:nvPr>
        </p:nvGraphicFramePr>
        <p:xfrm>
          <a:off x="5364088" y="898909"/>
          <a:ext cx="2914768" cy="2242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2011-1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Organización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Stakeholders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de Objetivos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Mapa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Justificación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40 Tabla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03115174"/>
              </p:ext>
            </p:extLst>
          </p:nvPr>
        </p:nvGraphicFramePr>
        <p:xfrm>
          <a:off x="5364088" y="3320544"/>
          <a:ext cx="2914768" cy="287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2011-2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Modelo de Dominio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Reglas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negocio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Glosario de Términos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Priorización: Procesos-Entidades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Matriz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Asignación de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Responsabiliades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Descomposición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Funcional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2" name="41 Rectángulo redondeado"/>
          <p:cNvSpPr/>
          <p:nvPr/>
        </p:nvSpPr>
        <p:spPr>
          <a:xfrm>
            <a:off x="5076056" y="764704"/>
            <a:ext cx="3463043" cy="547260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="" xmlns:p14="http://schemas.microsoft.com/office/powerpoint/2010/main" val="173457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PM05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7 Título"/>
          <p:cNvSpPr txBox="1">
            <a:spLocks/>
          </p:cNvSpPr>
          <p:nvPr/>
        </p:nvSpPr>
        <p:spPr>
          <a:xfrm>
            <a:off x="760040" y="2132856"/>
            <a:ext cx="7772400" cy="2043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MUCHAS GRACIAS</a:t>
            </a:r>
            <a:endParaRPr kumimoji="0" lang="es-PE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version1</Template>
  <TotalTime>229</TotalTime>
  <Words>774</Words>
  <Application>Microsoft Office PowerPoint</Application>
  <PresentationFormat>Presentación en pantalla (4:3)</PresentationFormat>
  <Paragraphs>211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ANÁLISIS Y DISEÑO DE LA ARQUITECTURA DE PROCESOS PARA LA PEQUEÑA MINERÍA 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</vt:vector>
  </TitlesOfParts>
  <Company>Colegio Suizo Pestalozzi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WinuE</cp:lastModifiedBy>
  <cp:revision>76</cp:revision>
  <dcterms:created xsi:type="dcterms:W3CDTF">2011-04-17T21:13:20Z</dcterms:created>
  <dcterms:modified xsi:type="dcterms:W3CDTF">2011-04-21T08:21:55Z</dcterms:modified>
</cp:coreProperties>
</file>